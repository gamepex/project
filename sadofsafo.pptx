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5" r:id="rId3"/>
    <p:sldId id="266" r:id="rId4"/>
    <p:sldId id="267" r:id="rId5"/>
    <p:sldId id="268" r:id="rId6"/>
    <p:sldId id="269" r:id="rId7"/>
    <p:sldId id="264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8:21:03.45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8:26:09.3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24575,'0'4'0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5T08:26:20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24575,'0'0'-8191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6T00:47:05.5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24575,'0'4'0,"5"2"0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7D2F7-2B1F-BDF1-9BFF-A582D08D1F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AAB0A91-D8C0-979C-2449-7DCF32F828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27FBA9-4099-D9EE-927C-5FC371035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A4A172-D7A4-6F62-0D75-D9DB87D99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F2E116-AB7B-E35B-C206-A85AC10CB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205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7D8FDE-FF08-81D5-009A-D47D6D220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39FB8B-D924-24C0-673D-A568E2935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33202C6-34D9-C952-5910-2C1748321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9F1B36-5F3D-0B1D-8A4C-FA7052D33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38FE3D-E6E9-3479-D839-5F4E7F3E9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757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8C8ED1-6033-8022-2D99-CA3472212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B2B4047-41C3-B100-5910-40649DA6AE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F8742F-A259-80DE-6A72-4E19FD62E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1A2F8D-4141-F768-AD5A-3688045E1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A4E97C-4C9C-7F2A-CB9F-2A1BFCE9E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042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EECA4F-B0C1-FD55-CFEA-3EF0FC86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AEBCEE-5227-EF9A-B943-D0B651AD9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72A8FCF-9F18-FDE0-0638-94A3FA4AAE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3D6B8D-5AA9-BE0C-72E2-7DE1F5721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839C6B-519F-7A6F-625E-167E4B2CE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2D2191C-51BD-31B9-A543-97EF7BAD2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488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172301-21CB-26C7-CF64-42360E862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E51E7D-24EA-DF0B-EB26-6DF17B8EA2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0CCBA3F-12B2-181D-C46B-E8E20E3A1C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727902C-584D-7B49-2728-9ECB66BCEE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81135A-6DE7-BCF2-9078-247EDC124E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EC0B941-0DFE-09B7-0B4E-F9F79DA03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AB3FAB7-314E-9820-5033-96EDD1B11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7E6CFA-DC72-BA92-98B6-DE4222D07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675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4AB7FD-BDF2-1610-2233-34DABB294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F66BECA-0CD5-9C57-0E9E-F01C7BF1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A29A25-F9D2-49D1-F0A0-E7ABED7D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575759-B15C-7F6B-08BD-CCC9C23FD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04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6F52DF4-113D-1510-F902-DA71D32A1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0E2F1A-EBF2-DEBE-9210-E7EE7A6A7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018D28-894D-E458-9F57-6EC88DFD8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635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622F4-23AA-D84C-130C-A5767F0DF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1AE837-5642-73CB-597B-BAEB65210D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C49C9A0-C9E7-07AC-688C-77582C035F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42D9BE-ED65-1CA9-26FF-68A490A9F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D437AC5-F34C-0866-32E8-8C4A09114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278DEA-DCA3-D333-AF10-6E48EEC5C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3052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CA69B4-C7A9-AF29-627C-1A9A6190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1F9F4EC-F53B-EC24-9B47-7302C20C84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D6A810-0923-AD3B-E20D-87E8E0F9F0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7143F9E-6E7A-8594-AAC4-97F3CF1FC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E34D1C1-6498-BB41-32DA-A066060C6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74A308-0C11-D665-8AD1-A2D83C6A8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9914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B1F8CF-EC20-F27C-DA9F-428ABA56A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9AEAE5-2B60-E8CD-0508-0A1EACA4B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5BE255-3C5C-4A13-7379-2820D127F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97511A-579D-220B-6C34-D3F95FF02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393E6F-EA78-82B7-D7EC-56E168B9D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6948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069B563-D66E-3BBF-D2BB-B03E3C30EF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BB14C1B-C26B-2377-4311-17CB9D84D8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B8663B-0439-8469-E812-937003FE7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FA1CDB-97F4-D8FC-9D3E-5ACCAEEFF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841C2AA-62FC-DA71-545B-C4D78C2E0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597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13E7786-7427-CACB-BB83-89B266FB5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743ED6A-2591-657C-30F9-691122D79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7F841C-3448-70FD-EAFE-665DECE06B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9786B0-CAC5-4866-9E4B-185EBA744536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CAD163-D9AA-0F6D-F4B4-39F96988EB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BBA29CA-473C-8ED7-06E4-40D936797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F0945D-7A37-4922-910C-F25E981905E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8321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5" Type="http://schemas.openxmlformats.org/officeDocument/2006/relationships/image" Target="../media/image21.png"/><Relationship Id="rId23" Type="http://schemas.openxmlformats.org/officeDocument/2006/relationships/image" Target="../media/image7.png"/><Relationship Id="rId4" Type="http://schemas.openxmlformats.org/officeDocument/2006/relationships/customXml" Target="../ink/ink2.xml"/><Relationship Id="rId2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73FE1-0AA1-46B3-2D54-DF833DE88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5F729CE1-C0EE-7BC3-90C3-901D6D4B3228}"/>
              </a:ext>
            </a:extLst>
          </p:cNvPr>
          <p:cNvSpPr txBox="1"/>
          <p:nvPr/>
        </p:nvSpPr>
        <p:spPr>
          <a:xfrm>
            <a:off x="2308634" y="3752850"/>
            <a:ext cx="708688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Z</a:t>
            </a:r>
            <a:r>
              <a:rPr lang="ko-KR" altLang="en-US" sz="2400" dirty="0"/>
              <a:t>드라이브의</a:t>
            </a:r>
            <a:r>
              <a:rPr lang="en-US" altLang="ko-KR" sz="2400" dirty="0"/>
              <a:t> project </a:t>
            </a:r>
            <a:r>
              <a:rPr lang="ko-KR" altLang="en-US" sz="2400" dirty="0"/>
              <a:t>폴더를</a:t>
            </a:r>
            <a:endParaRPr lang="en-US" altLang="ko-KR" sz="2400" dirty="0"/>
          </a:p>
          <a:p>
            <a:r>
              <a:rPr lang="ko-KR" altLang="en-US" sz="2400" dirty="0"/>
              <a:t>원하시는 경로에</a:t>
            </a:r>
            <a:r>
              <a:rPr lang="en-US" altLang="ko-KR" sz="2400" dirty="0"/>
              <a:t> </a:t>
            </a:r>
            <a:r>
              <a:rPr lang="ko-KR" altLang="en-US" sz="2400" dirty="0"/>
              <a:t>복사해주세요</a:t>
            </a:r>
            <a:r>
              <a:rPr lang="en-US" altLang="ko-KR" sz="2400" dirty="0"/>
              <a:t>.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FA9927A-3A1F-0EA6-8ECA-AEA3F50D5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43" y="689855"/>
            <a:ext cx="10191750" cy="2762250"/>
          </a:xfrm>
          <a:prstGeom prst="rect">
            <a:avLst/>
          </a:prstGeom>
        </p:spPr>
      </p:pic>
      <p:sp>
        <p:nvSpPr>
          <p:cNvPr id="6" name="타원 5">
            <a:extLst>
              <a:ext uri="{FF2B5EF4-FFF2-40B4-BE49-F238E27FC236}">
                <a16:creationId xmlns:a16="http://schemas.microsoft.com/office/drawing/2014/main" id="{2081C9EA-22F8-1D17-5F1F-84103301A917}"/>
              </a:ext>
            </a:extLst>
          </p:cNvPr>
          <p:cNvSpPr/>
          <p:nvPr/>
        </p:nvSpPr>
        <p:spPr>
          <a:xfrm>
            <a:off x="208606" y="1133475"/>
            <a:ext cx="1095376" cy="24765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7945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14E340-1039-2FF1-E104-A21033F80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C2254F54-0614-5AB2-EAAC-EDB8C1255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400" y="356198"/>
            <a:ext cx="5219700" cy="2343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CA11F46-AD71-EC07-AE1F-A9B7730682B9}"/>
              </a:ext>
            </a:extLst>
          </p:cNvPr>
          <p:cNvSpPr txBox="1"/>
          <p:nvPr/>
        </p:nvSpPr>
        <p:spPr>
          <a:xfrm>
            <a:off x="652398" y="2870607"/>
            <a:ext cx="48611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기존의 </a:t>
            </a:r>
            <a:r>
              <a:rPr lang="en-US" altLang="ko-KR" sz="2400" dirty="0" err="1"/>
              <a:t>src</a:t>
            </a:r>
            <a:r>
              <a:rPr lang="en-US" altLang="ko-KR" sz="2400" dirty="0"/>
              <a:t> </a:t>
            </a:r>
            <a:r>
              <a:rPr lang="ko-KR" altLang="en-US" sz="2400" dirty="0"/>
              <a:t>폴더를 삭제해주세요</a:t>
            </a:r>
            <a:endParaRPr lang="en-US" altLang="ko-KR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8B8F69-CAD3-49FE-487D-95BD901A5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6019" y="165602"/>
            <a:ext cx="5362575" cy="2619375"/>
          </a:xfrm>
          <a:prstGeom prst="rect">
            <a:avLst/>
          </a:prstGeom>
        </p:spPr>
      </p:pic>
      <p:sp>
        <p:nvSpPr>
          <p:cNvPr id="9" name="타원 8">
            <a:extLst>
              <a:ext uri="{FF2B5EF4-FFF2-40B4-BE49-F238E27FC236}">
                <a16:creationId xmlns:a16="http://schemas.microsoft.com/office/drawing/2014/main" id="{B4D6B2E7-F1E8-A5D7-E361-6BBD59D560B2}"/>
              </a:ext>
            </a:extLst>
          </p:cNvPr>
          <p:cNvSpPr/>
          <p:nvPr/>
        </p:nvSpPr>
        <p:spPr>
          <a:xfrm>
            <a:off x="8397042" y="993618"/>
            <a:ext cx="3141552" cy="53415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9E9491-B292-12FD-84E9-B2550CC4A6FE}"/>
              </a:ext>
            </a:extLst>
          </p:cNvPr>
          <p:cNvSpPr txBox="1"/>
          <p:nvPr/>
        </p:nvSpPr>
        <p:spPr>
          <a:xfrm>
            <a:off x="6426725" y="2870607"/>
            <a:ext cx="48611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Gamepex</a:t>
            </a:r>
            <a:r>
              <a:rPr lang="en-US" altLang="ko-KR" sz="2400" dirty="0"/>
              <a:t> </a:t>
            </a:r>
            <a:r>
              <a:rPr lang="ko-KR" altLang="en-US" sz="2400" dirty="0"/>
              <a:t>폴더에서 파일</a:t>
            </a:r>
            <a:r>
              <a:rPr lang="en-US" altLang="ko-KR" sz="2400" dirty="0"/>
              <a:t>-</a:t>
            </a:r>
            <a:r>
              <a:rPr lang="ko-KR" altLang="en-US" sz="2400" dirty="0"/>
              <a:t>관리자권한으로 </a:t>
            </a:r>
            <a:r>
              <a:rPr lang="en-US" altLang="ko-KR" sz="2400" dirty="0" err="1"/>
              <a:t>Powershell</a:t>
            </a:r>
            <a:r>
              <a:rPr lang="en-US" altLang="ko-KR" sz="2400" dirty="0"/>
              <a:t> </a:t>
            </a:r>
            <a:r>
              <a:rPr lang="ko-KR" altLang="en-US" sz="2400" dirty="0"/>
              <a:t>실행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238695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13031-4CD5-E949-ECCF-D4362BEBD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F2ABED-3328-EB18-C2B3-2B1E9EED660B}"/>
              </a:ext>
            </a:extLst>
          </p:cNvPr>
          <p:cNvSpPr txBox="1"/>
          <p:nvPr/>
        </p:nvSpPr>
        <p:spPr>
          <a:xfrm>
            <a:off x="322866" y="786046"/>
            <a:ext cx="107198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New-Item -ItemType </a:t>
            </a:r>
            <a:r>
              <a:rPr lang="en-US" altLang="ko-KR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SymbolicLink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 -Path “</a:t>
            </a:r>
            <a:r>
              <a:rPr lang="ko-KR" altLang="en-US" sz="240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본인 </a:t>
            </a:r>
            <a:r>
              <a:rPr lang="en-US" altLang="ko-KR" sz="240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Workspace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\gamepex\src" -Target "\\Pc7-00\7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강 </a:t>
            </a:r>
            <a:r>
              <a:rPr lang="ko-KR" altLang="en-US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공유폴더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\{ 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프로젝트 기반 </a:t>
            </a:r>
            <a:r>
              <a:rPr lang="ko-KR" altLang="en-US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풀스택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 개발자 양성 과정 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}\A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조 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Apex\project\</a:t>
            </a:r>
            <a:r>
              <a:rPr lang="en-US" altLang="ko-KR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gamepex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\</a:t>
            </a:r>
            <a:r>
              <a:rPr lang="en-US" altLang="ko-KR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src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"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40AD46-55DA-3DC9-F5F2-6B8295E944B6}"/>
              </a:ext>
            </a:extLst>
          </p:cNvPr>
          <p:cNvSpPr txBox="1"/>
          <p:nvPr/>
        </p:nvSpPr>
        <p:spPr>
          <a:xfrm>
            <a:off x="322866" y="3569525"/>
            <a:ext cx="103259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New-Item -ItemType </a:t>
            </a:r>
            <a:r>
              <a:rPr lang="en-US" altLang="ko-KR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SymbolicLink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 -Path "</a:t>
            </a:r>
            <a:r>
              <a:rPr lang="en-US" altLang="ko-KR" sz="2400" dirty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D:\project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\gamepex\src" -Target "\\Pc7-00\7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강 </a:t>
            </a:r>
            <a:r>
              <a:rPr lang="ko-KR" altLang="en-US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공유폴더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\{ 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프로젝트 기반 </a:t>
            </a:r>
            <a:r>
              <a:rPr lang="ko-KR" altLang="en-US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풀스택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 개발자 양성 과정 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}\A</a:t>
            </a:r>
            <a:r>
              <a:rPr lang="ko-KR" altLang="en-US" sz="2400" dirty="0">
                <a:latin typeface="굴림" panose="020B0600000101010101" pitchFamily="50" charset="-127"/>
                <a:ea typeface="굴림" panose="020B0600000101010101" pitchFamily="50" charset="-127"/>
              </a:rPr>
              <a:t>조 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Apex\project\</a:t>
            </a:r>
            <a:r>
              <a:rPr lang="en-US" altLang="ko-KR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gamepex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\</a:t>
            </a:r>
            <a:r>
              <a:rPr lang="en-US" altLang="ko-KR" sz="2400" dirty="0" err="1">
                <a:latin typeface="굴림" panose="020B0600000101010101" pitchFamily="50" charset="-127"/>
                <a:ea typeface="굴림" panose="020B0600000101010101" pitchFamily="50" charset="-127"/>
              </a:rPr>
              <a:t>src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"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177AB5-D6B8-F759-EBC7-B8C4CFA9DE62}"/>
              </a:ext>
            </a:extLst>
          </p:cNvPr>
          <p:cNvSpPr txBox="1"/>
          <p:nvPr/>
        </p:nvSpPr>
        <p:spPr>
          <a:xfrm>
            <a:off x="264018" y="2362451"/>
            <a:ext cx="10837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위 코드를 </a:t>
            </a:r>
            <a:r>
              <a:rPr lang="ko-KR" altLang="en-US" sz="2400" dirty="0" err="1"/>
              <a:t>복사하시되</a:t>
            </a:r>
            <a:r>
              <a:rPr lang="en-US" altLang="ko-KR" sz="2400" dirty="0"/>
              <a:t>, </a:t>
            </a:r>
            <a:r>
              <a:rPr lang="en-US" altLang="ko-KR" sz="2400" dirty="0">
                <a:solidFill>
                  <a:srgbClr val="FF0000"/>
                </a:solidFill>
              </a:rPr>
              <a:t>Workspace</a:t>
            </a:r>
            <a:r>
              <a:rPr lang="ko-KR" altLang="en-US" sz="2400" dirty="0"/>
              <a:t>는 자신의 워크스페이스 경로를 써주세요</a:t>
            </a:r>
            <a:r>
              <a:rPr lang="en-US" altLang="ko-KR" sz="2400" dirty="0"/>
              <a:t>.</a:t>
            </a:r>
          </a:p>
          <a:p>
            <a:r>
              <a:rPr lang="ko-KR" altLang="en-US" sz="2400" dirty="0"/>
              <a:t>밑은 제 컴퓨터의 예시입니다</a:t>
            </a:r>
            <a:r>
              <a:rPr lang="en-US" altLang="ko-K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915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43436-26C6-D637-3516-865526294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5A1CA8-D95F-B464-7C68-D59DBD13EBE7}"/>
              </a:ext>
            </a:extLst>
          </p:cNvPr>
          <p:cNvSpPr txBox="1"/>
          <p:nvPr/>
        </p:nvSpPr>
        <p:spPr>
          <a:xfrm>
            <a:off x="265096" y="2718813"/>
            <a:ext cx="10719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err="1"/>
              <a:t>Powershell</a:t>
            </a:r>
            <a:r>
              <a:rPr lang="ko-KR" altLang="en-US" sz="2400" dirty="0"/>
              <a:t>에서 붙여넣기 후 </a:t>
            </a:r>
            <a:r>
              <a:rPr lang="ko-KR" altLang="en-US" sz="2400" dirty="0" err="1"/>
              <a:t>엔터해서</a:t>
            </a:r>
            <a:r>
              <a:rPr lang="ko-KR" altLang="en-US" sz="2400" dirty="0"/>
              <a:t> 이렇게 뜨면 성공입니다</a:t>
            </a:r>
            <a:endParaRPr lang="en-US" altLang="ko-KR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B1EA4BD-1D64-3C48-801B-E7F39E75E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96" y="239322"/>
            <a:ext cx="8191500" cy="222885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ACB49103-03AB-CDD6-2430-6C40E96AD2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63" y="3363174"/>
            <a:ext cx="5610225" cy="33909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1293B97-E679-CA33-8A0A-FA2A202B7979}"/>
              </a:ext>
            </a:extLst>
          </p:cNvPr>
          <p:cNvSpPr txBox="1"/>
          <p:nvPr/>
        </p:nvSpPr>
        <p:spPr>
          <a:xfrm>
            <a:off x="6584755" y="4296858"/>
            <a:ext cx="63474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이런 식으로</a:t>
            </a:r>
            <a:endParaRPr lang="en-US" altLang="ko-KR" sz="2400" dirty="0"/>
          </a:p>
          <a:p>
            <a:r>
              <a:rPr lang="ko-KR" altLang="en-US" sz="2400" dirty="0"/>
              <a:t>바로가기 아이콘</a:t>
            </a:r>
            <a:endParaRPr lang="en-US" altLang="ko-KR" sz="2400" dirty="0"/>
          </a:p>
          <a:p>
            <a:r>
              <a:rPr lang="ko-KR" altLang="en-US" sz="2400" dirty="0"/>
              <a:t>같은 것이 생김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141905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D39438-4EDA-F889-0C5C-90C9ABF2E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04B395-841B-D954-541E-76F409C4620B}"/>
              </a:ext>
            </a:extLst>
          </p:cNvPr>
          <p:cNvSpPr txBox="1"/>
          <p:nvPr/>
        </p:nvSpPr>
        <p:spPr>
          <a:xfrm>
            <a:off x="225063" y="5877992"/>
            <a:ext cx="10719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STS</a:t>
            </a:r>
            <a:r>
              <a:rPr lang="ko-KR" altLang="en-US" sz="2400" dirty="0"/>
              <a:t>에서 </a:t>
            </a:r>
            <a:r>
              <a:rPr lang="en-US" altLang="ko-KR" sz="2400" dirty="0"/>
              <a:t>General-Projects from Folder or Archive </a:t>
            </a:r>
            <a:r>
              <a:rPr lang="ko-KR" altLang="en-US" sz="2400" dirty="0"/>
              <a:t>선택 후</a:t>
            </a:r>
            <a:r>
              <a:rPr lang="en-US" altLang="ko-KR" sz="2400" dirty="0"/>
              <a:t> Next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5C7A111-1B94-E93A-9C85-B4EEF91B3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63" y="3062286"/>
            <a:ext cx="5476875" cy="25622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39F934-99DE-E8F7-25C1-DBCF4A231586}"/>
              </a:ext>
            </a:extLst>
          </p:cNvPr>
          <p:cNvSpPr txBox="1"/>
          <p:nvPr/>
        </p:nvSpPr>
        <p:spPr>
          <a:xfrm>
            <a:off x="225063" y="706954"/>
            <a:ext cx="10719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STS</a:t>
            </a:r>
            <a:r>
              <a:rPr lang="ko-KR" altLang="en-US" sz="2400" dirty="0"/>
              <a:t>에서 </a:t>
            </a:r>
            <a:r>
              <a:rPr lang="en-US" altLang="ko-KR" sz="2400" dirty="0"/>
              <a:t>Workspace</a:t>
            </a:r>
            <a:r>
              <a:rPr lang="ko-KR" altLang="en-US" sz="2400" dirty="0"/>
              <a:t>를 해당 폴더로 여시고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3295364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F5D63-BA32-7C99-2076-D1DA38393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528561-AD59-5C25-8EA9-41E608F78F96}"/>
              </a:ext>
            </a:extLst>
          </p:cNvPr>
          <p:cNvSpPr txBox="1"/>
          <p:nvPr/>
        </p:nvSpPr>
        <p:spPr>
          <a:xfrm>
            <a:off x="155747" y="6131490"/>
            <a:ext cx="107198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자신의 </a:t>
            </a:r>
            <a:r>
              <a:rPr lang="en-US" altLang="ko-KR" sz="2400" dirty="0"/>
              <a:t>workspace\</a:t>
            </a:r>
            <a:r>
              <a:rPr lang="en-US" altLang="ko-KR" sz="2400" dirty="0" err="1"/>
              <a:t>gamepex</a:t>
            </a:r>
            <a:r>
              <a:rPr lang="en-US" altLang="ko-KR" sz="2400" dirty="0"/>
              <a:t> </a:t>
            </a:r>
            <a:r>
              <a:rPr lang="ko-KR" altLang="en-US" sz="2400" dirty="0"/>
              <a:t>폴더 선택 후 </a:t>
            </a:r>
            <a:r>
              <a:rPr lang="en-US" altLang="ko-KR" sz="2400" dirty="0"/>
              <a:t>Finish </a:t>
            </a:r>
            <a:r>
              <a:rPr lang="ko-KR" altLang="en-US" sz="2400" dirty="0"/>
              <a:t>눌러주세요</a:t>
            </a: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7939942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340CB-AA97-7D56-4E25-C6FA121D5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5" name="잉크 24">
                <a:extLst>
                  <a:ext uri="{FF2B5EF4-FFF2-40B4-BE49-F238E27FC236}">
                    <a16:creationId xmlns:a16="http://schemas.microsoft.com/office/drawing/2014/main" id="{ADA4DD29-2ADB-37D2-1E46-8F5C46E4A6DF}"/>
                  </a:ext>
                </a:extLst>
              </p14:cNvPr>
              <p14:cNvContentPartPr/>
              <p14:nvPr/>
            </p14:nvContentPartPr>
            <p14:xfrm>
              <a:off x="4671143" y="497385"/>
              <a:ext cx="360" cy="360"/>
            </p14:xfrm>
          </p:contentPart>
        </mc:Choice>
        <mc:Fallback xmlns="">
          <p:pic>
            <p:nvPicPr>
              <p:cNvPr id="25" name="잉크 24">
                <a:extLst>
                  <a:ext uri="{FF2B5EF4-FFF2-40B4-BE49-F238E27FC236}">
                    <a16:creationId xmlns:a16="http://schemas.microsoft.com/office/drawing/2014/main" id="{ADA4DD29-2ADB-37D2-1E46-8F5C46E4A6D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665023" y="491265"/>
                <a:ext cx="12600" cy="12600"/>
              </a:xfrm>
              <a:prstGeom prst="rect">
                <a:avLst/>
              </a:prstGeom>
            </p:spPr>
          </p:pic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5C96DE2B-8B38-67EE-380C-49819F29553D}"/>
              </a:ext>
            </a:extLst>
          </p:cNvPr>
          <p:cNvSpPr txBox="1"/>
          <p:nvPr/>
        </p:nvSpPr>
        <p:spPr>
          <a:xfrm>
            <a:off x="3063642" y="5182837"/>
            <a:ext cx="66500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400" dirty="0"/>
              <a:t>STS</a:t>
            </a:r>
            <a:r>
              <a:rPr lang="ko-KR" altLang="en-US" sz="2400" dirty="0"/>
              <a:t>에서 상단의</a:t>
            </a:r>
            <a:r>
              <a:rPr lang="en-US" altLang="ko-KR" sz="2400" dirty="0"/>
              <a:t> Window-Preferences</a:t>
            </a:r>
            <a:r>
              <a:rPr lang="ko-KR" altLang="en-US" sz="2400" dirty="0"/>
              <a:t> 여신 후</a:t>
            </a:r>
            <a:endParaRPr lang="en-US" altLang="ko-KR" sz="2400" dirty="0"/>
          </a:p>
          <a:p>
            <a:r>
              <a:rPr lang="en-US" altLang="ko-KR" sz="2400" dirty="0"/>
              <a:t>General-Workspace</a:t>
            </a:r>
            <a:r>
              <a:rPr lang="ko-KR" altLang="en-US" sz="2400" dirty="0"/>
              <a:t>에서 위의 항목 </a:t>
            </a:r>
            <a:r>
              <a:rPr lang="en-US" altLang="ko-KR" sz="2400" dirty="0"/>
              <a:t>2</a:t>
            </a:r>
            <a:r>
              <a:rPr lang="ko-KR" altLang="en-US" sz="2400" dirty="0"/>
              <a:t>개를 체크</a:t>
            </a:r>
            <a:r>
              <a:rPr lang="en-US" altLang="ko-KR" sz="2400" dirty="0"/>
              <a:t>,</a:t>
            </a:r>
          </a:p>
          <a:p>
            <a:r>
              <a:rPr lang="en-US" altLang="ko-KR" sz="2400" dirty="0"/>
              <a:t>Apply and Close </a:t>
            </a:r>
            <a:r>
              <a:rPr lang="ko-KR" altLang="en-US" sz="2400" dirty="0"/>
              <a:t>해주세요</a:t>
            </a:r>
            <a:endParaRPr lang="en-US" altLang="ko-KR" sz="2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6A3706B4-CD81-DB1A-BAF5-42E2D29B1BF6}"/>
                  </a:ext>
                </a:extLst>
              </p14:cNvPr>
              <p14:cNvContentPartPr/>
              <p14:nvPr/>
            </p14:nvContentPartPr>
            <p14:xfrm>
              <a:off x="2996423" y="4580865"/>
              <a:ext cx="360" cy="18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6A3706B4-CD81-DB1A-BAF5-42E2D29B1BF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90303" y="4574745"/>
                <a:ext cx="12600" cy="1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8A17D30F-FA5A-58B4-89A9-9D3C2DD9B9FB}"/>
                  </a:ext>
                </a:extLst>
              </p14:cNvPr>
              <p14:cNvContentPartPr/>
              <p14:nvPr/>
            </p14:nvContentPartPr>
            <p14:xfrm>
              <a:off x="1837223" y="3104865"/>
              <a:ext cx="360" cy="3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8A17D30F-FA5A-58B4-89A9-9D3C2DD9B9F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31103" y="3098745"/>
                <a:ext cx="126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4A526264-879A-F5C3-9F55-37CC1E92E78F}"/>
                  </a:ext>
                </a:extLst>
              </p14:cNvPr>
              <p14:cNvContentPartPr/>
              <p14:nvPr/>
            </p14:nvContentPartPr>
            <p14:xfrm>
              <a:off x="2036663" y="5739345"/>
              <a:ext cx="1800" cy="3960"/>
            </p14:xfrm>
          </p:contentPart>
        </mc:Choice>
        <mc:Fallback xmlns=""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4A526264-879A-F5C3-9F55-37CC1E92E78F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2030543" y="5733225"/>
                <a:ext cx="14040" cy="16200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14D953ED-46F7-2D33-22F2-09C1A1C2E48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9760" y="143524"/>
            <a:ext cx="3972479" cy="48870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320D70-7481-5268-2845-402BA8E9B79D}"/>
              </a:ext>
            </a:extLst>
          </p:cNvPr>
          <p:cNvSpPr txBox="1"/>
          <p:nvPr/>
        </p:nvSpPr>
        <p:spPr>
          <a:xfrm>
            <a:off x="9713732" y="6297308"/>
            <a:ext cx="23391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dirty="0"/>
              <a:t>수고하셨습니다</a:t>
            </a:r>
          </a:p>
        </p:txBody>
      </p:sp>
    </p:spTree>
    <p:extLst>
      <p:ext uri="{BB962C8B-B14F-4D97-AF65-F5344CB8AC3E}">
        <p14:creationId xmlns:p14="http://schemas.microsoft.com/office/powerpoint/2010/main" val="2113510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172</Words>
  <Application>Microsoft Office PowerPoint</Application>
  <PresentationFormat>와이드스크린</PresentationFormat>
  <Paragraphs>19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굴림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pc07-00</dc:creator>
  <cp:lastModifiedBy>pc07-00</cp:lastModifiedBy>
  <cp:revision>32</cp:revision>
  <dcterms:created xsi:type="dcterms:W3CDTF">2025-11-05T07:17:58Z</dcterms:created>
  <dcterms:modified xsi:type="dcterms:W3CDTF">2025-11-13T06:13:03Z</dcterms:modified>
</cp:coreProperties>
</file>