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5" r:id="rId3"/>
    <p:sldId id="266" r:id="rId4"/>
    <p:sldId id="267" r:id="rId5"/>
    <p:sldId id="268" r:id="rId6"/>
    <p:sldId id="269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7:58:26.6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23673,'13431'654'0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7:58:27.6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363 0 24575,'5'1'0,"-1"1"0,0-1 0,0 1 0,0-1 0,0 1 0,-1 0 0,1 0 0,0 1 0,-1-1 0,1 1 0,-1 0 0,4 4 0,11 8 0,60 39 0,-31-23 0,-1 2 0,-1 1 0,-2 3 0,63 69 0,2 14 0,-103-114 0,-1 1 0,0 0 0,0 0 0,0 1 0,-1-1 0,0 1 0,-1 0 0,1-1 0,-1 1 0,-1 0 0,0 1 0,0-1 0,-1 0 0,0 0 0,0 0 0,0 0 0,-4 14 0,-1 5 0,-2 0 0,0-1 0,-22 50 0,-200 399 0,166-365 0,-5-4 0,-95 116 0,77-113 0,29-35 0,-131 131 0,151-175-1365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7:08:48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7:08:52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7:23:27.3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24575,'28'16'0,"47"22"0,16 9 0,64 54 0,-62-39 0,2-3 0,110 48 0,-188-101 0,0 0 0,0-2 0,0 0 0,0-1 0,1 0 0,-1-2 0,33 0 0,-39-1 0,29 2 0,43 9 0,-45-5 0,-21-2 0,1 1 0,-1 0 0,0 1 0,-1 2 0,25 13 0,29 12 0,-2-10 1,-37-14-456,-1 2-1,36 18 1,-46-18-6371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7:23:28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1440 1 24575,'-26'2'0,"0"2"0,1 0 0,0 2 0,0 1 0,0 1 0,-32 15 0,-18 5 0,-292 76 0,203-61 0,-179 71 0,329-109 0,1 1 0,0 0 0,0 1 0,1 1 0,0 0 0,0 0 0,1 1 0,0 1 0,0-1 0,1 2 0,1 0 0,0 0 0,0 1 0,1 0 0,-7 14 0,-23 25 0,-8 13 0,44-61 0,0 1 0,0 0 0,0 0 0,0 0 0,1 0 0,0 1 0,0-1 0,0 0 0,0 0 0,1 1 0,-1-1 0,1 0 0,0 1 0,1 4 0,0-6-57,1-1 0,0 1 1,-1 0-1,1-1 0,0 1 0,0-1 0,0 1 0,1-1 0,-1 0 0,0 0 0,1 0 1,0 0-1,-1 0 0,1-1 0,0 1 0,0-1 0,0 0 0,0 0 0,0 0 1,0 0-1,0 0 0,0-1 0,5 1 0,24 4-6769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7:59:31.5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154 28 24575,'0'-1'0,"1"0"0,-1 1 0,1-1 0,-1 0 0,1 0 0,-1 0 0,1 1 0,-1-1 0,1 0 0,0 1 0,-1-1 0,1 0 0,0 1 0,0-1 0,0 1 0,-1-1 0,1 1 0,0 0 0,0-1 0,0 1 0,0 0 0,0-1 0,0 1 0,-1 0 0,3 0 0,29-5 0,-28 5 0,122-8 0,187 11 0,-285-1 0,-1 0 0,1 2 0,40 12 0,-56-12 0,0 0 0,0 1 0,0 0 0,-1 1 0,0 1 0,0 0 0,0 0 0,-1 1 0,16 15 0,-15-11 0,13 12 0,-1 1 0,39 56 0,-56-72 0,-1 1 0,0-1 0,0 1 0,-1 0 0,-1 1 0,1-1 0,-2 1 0,1 0 0,-2-1 0,1 1 0,-2 0 0,1 0 0,-2 16 0,0-24 0,0 0 0,1-1 0,-1 1 0,0-1 0,-1 1 0,1-1 0,0 1 0,-1-1 0,1 1 0,-1-1 0,0 0 0,1 0 0,-1 0 0,0 0 0,0 0 0,-1-1 0,1 1 0,0 0 0,-1-1 0,1 0 0,-1 0 0,1 1 0,-1-1 0,1-1 0,-1 1 0,0 0 0,1-1 0,-1 1 0,-5-1 0,-11 2 0,-1-1 0,1 0 0,-25-4 0,20 2 0,-516-3 0,342 5 0,191-1 0,0 0 0,1 0 0,-1-1 0,0 0 0,1 0 0,-1 0 0,1-1 0,0 0 0,-1 0 0,-7-5 0,10 4 0,0 0 0,0 0 0,0 0 0,1-1 0,0 1 0,0-1 0,0 0 0,0 0 0,0 0 0,1 0 0,-1 0 0,1 0 0,1-1 0,-1 1 0,-1-6 0,-5-13 0,2 0 0,0 0 0,1 0 0,1-1 0,2 0 0,0 0 0,2 0 0,3-35 0,-2 55-68,0 0 0,0 0-1,1 1 1,-1-1 0,1 0 0,0 0-1,1 1 1,-1 0 0,0-1 0,1 1-1,0 0 1,0 0 0,0 0 0,0 0-1,0 1 1,0-1 0,1 1-1,-1 0 1,5-2 0,10-3-6758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1:03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6:09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6:20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7:05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24575,'0'4'0,"5"2"0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7D2F7-2B1F-BDF1-9BFF-A582D08D1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AB0A91-D8C0-979C-2449-7DCF32F82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27FBA9-4099-D9EE-927C-5FC37103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4A172-D7A4-6F62-0D75-D9DB87D9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F2E116-AB7B-E35B-C206-A85AC10C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205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D8FDE-FF08-81D5-009A-D47D6D22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39FB8B-D924-24C0-673D-A568E2935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202C6-34D9-C952-5910-2C1748321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9F1B36-5F3D-0B1D-8A4C-FA7052D3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38FE3D-E6E9-3479-D839-5F4E7F3E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57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C8ED1-6033-8022-2D99-CA347221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2B4047-41C3-B100-5910-40649DA6A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F8742F-A259-80DE-6A72-4E19FD62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1A2F8D-4141-F768-AD5A-3688045E1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A4E97C-4C9C-7F2A-CB9F-2A1BFCE9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04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EECA4F-B0C1-FD55-CFEA-3EF0FC86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AEBCEE-5227-EF9A-B943-D0B651AD9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2A8FCF-9F18-FDE0-0638-94A3FA4AA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3D6B8D-5AA9-BE0C-72E2-7DE1F5721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839C6B-519F-7A6F-625E-167E4B2CE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D2191C-51BD-31B9-A543-97EF7BAD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48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72301-21CB-26C7-CF64-42360E862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E51E7D-24EA-DF0B-EB26-6DF17B8EA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CCBA3F-12B2-181D-C46B-E8E20E3A1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27902C-584D-7B49-2728-9ECB66BCE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81135A-6DE7-BCF2-9078-247EDC124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C0B941-0DFE-09B7-0B4E-F9F79DA0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B3FAB7-314E-9820-5033-96EDD1B1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7E6CFA-DC72-BA92-98B6-DE4222D0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75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AB7FD-BDF2-1610-2233-34DABB294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66BECA-0CD5-9C57-0E9E-F01C7BF1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A29A25-F9D2-49D1-F0A0-E7ABED7D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575759-B15C-7F6B-08BD-CCC9C23FD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04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F52DF4-113D-1510-F902-DA71D32A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0E2F1A-EBF2-DEBE-9210-E7EE7A6A7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018D28-894D-E458-9F57-6EC88DFD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635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622F4-23AA-D84C-130C-A5767F0DF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1AE837-5642-73CB-597B-BAEB65210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49C9A0-C9E7-07AC-688C-77582C035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42D9BE-ED65-1CA9-26FF-68A490A9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437AC5-F34C-0866-32E8-8C4A09114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278DEA-DCA3-D333-AF10-6E48EEC5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052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A69B4-C7A9-AF29-627C-1A9A6190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F9F4EC-F53B-EC24-9B47-7302C20C84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D6A810-0923-AD3B-E20D-87E8E0F9F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143F9E-6E7A-8594-AAC4-97F3CF1FC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34D1C1-6498-BB41-32DA-A066060C6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74A308-0C11-D665-8AD1-A2D83C6A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91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1F8CF-EC20-F27C-DA9F-428ABA56A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AEAE5-2B60-E8CD-0508-0A1EACA4B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5BE255-3C5C-4A13-7379-2820D127F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97511A-579D-220B-6C34-D3F95FF02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393E6F-EA78-82B7-D7EC-56E168B9D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94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069B563-D66E-3BBF-D2BB-B03E3C30EF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B14C1B-C26B-2377-4311-17CB9D84D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B8663B-0439-8469-E812-937003FE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FA1CDB-97F4-D8FC-9D3E-5ACCAEEFF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1C2AA-62FC-DA71-545B-C4D78C2E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597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3E7786-7427-CACB-BB83-89B266FB5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43ED6A-2591-657C-30F9-691122D79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F841C-3448-70FD-EAFE-665DECE06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AD163-D9AA-0F6D-F4B4-39F96988E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BA29CA-473C-8ED7-06E4-40D936797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2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4.xml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customXml" Target="../ink/ink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ustomXml" Target="../ink/ink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customXml" Target="../ink/ink11.xml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.xml"/><Relationship Id="rId5" Type="http://schemas.openxmlformats.org/officeDocument/2006/relationships/image" Target="../media/image21.png"/><Relationship Id="rId23" Type="http://schemas.openxmlformats.org/officeDocument/2006/relationships/image" Target="../media/image15.png"/><Relationship Id="rId4" Type="http://schemas.openxmlformats.org/officeDocument/2006/relationships/customXml" Target="../ink/ink9.xml"/><Relationship Id="rId2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73FE1-0AA1-46B3-2D54-DF833DE88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5AC3573-16A9-B94C-747F-D4C9CD96C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15" y="1057275"/>
            <a:ext cx="7905750" cy="2371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729CE1-C0EE-7BC3-90C3-901D6D4B3228}"/>
              </a:ext>
            </a:extLst>
          </p:cNvPr>
          <p:cNvSpPr txBox="1"/>
          <p:nvPr/>
        </p:nvSpPr>
        <p:spPr>
          <a:xfrm>
            <a:off x="2009870" y="3964408"/>
            <a:ext cx="7086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Z</a:t>
            </a:r>
            <a:r>
              <a:rPr lang="ko-KR" altLang="en-US" sz="2400" dirty="0"/>
              <a:t>드라이브의 </a:t>
            </a:r>
            <a:r>
              <a:rPr lang="en-US" altLang="ko-KR" sz="2400" dirty="0" err="1"/>
              <a:t>gamepex</a:t>
            </a:r>
            <a:r>
              <a:rPr lang="en-US" altLang="ko-KR" sz="2400" dirty="0"/>
              <a:t> </a:t>
            </a:r>
            <a:r>
              <a:rPr lang="ko-KR" altLang="en-US" sz="2400" dirty="0"/>
              <a:t>폴더를</a:t>
            </a:r>
            <a:endParaRPr lang="en-US" altLang="ko-KR" sz="2400" dirty="0"/>
          </a:p>
          <a:p>
            <a:r>
              <a:rPr lang="ko-KR" altLang="en-US" sz="2400" dirty="0"/>
              <a:t>사용할 </a:t>
            </a:r>
            <a:r>
              <a:rPr lang="en-US" altLang="ko-KR" sz="2400" dirty="0"/>
              <a:t>Workspace</a:t>
            </a:r>
            <a:r>
              <a:rPr lang="ko-KR" altLang="en-US" sz="2400" dirty="0"/>
              <a:t>에</a:t>
            </a:r>
            <a:r>
              <a:rPr lang="en-US" altLang="ko-KR" sz="2400" dirty="0"/>
              <a:t> </a:t>
            </a:r>
            <a:r>
              <a:rPr lang="ko-KR" altLang="en-US" sz="2400" dirty="0"/>
              <a:t>복사해주세요</a:t>
            </a:r>
            <a:endParaRPr lang="en-US" altLang="ko-KR" sz="24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081C9EA-22F8-1D17-5F1F-84103301A917}"/>
              </a:ext>
            </a:extLst>
          </p:cNvPr>
          <p:cNvSpPr/>
          <p:nvPr/>
        </p:nvSpPr>
        <p:spPr>
          <a:xfrm>
            <a:off x="998315" y="1756930"/>
            <a:ext cx="1095376" cy="2476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0DDA5693-0433-FF28-2F35-01DE11096C40}"/>
                  </a:ext>
                </a:extLst>
              </p14:cNvPr>
              <p14:cNvContentPartPr/>
              <p14:nvPr/>
            </p14:nvContentPartPr>
            <p14:xfrm>
              <a:off x="2133153" y="1925345"/>
              <a:ext cx="4835520" cy="2358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0DDA5693-0433-FF28-2F35-01DE11096C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97153" y="1889345"/>
                <a:ext cx="490716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0CDB7B8A-2368-D92E-8851-E47DEB72A8D2}"/>
                  </a:ext>
                </a:extLst>
              </p14:cNvPr>
              <p14:cNvContentPartPr/>
              <p14:nvPr/>
            </p14:nvContentPartPr>
            <p14:xfrm>
              <a:off x="6671673" y="1911665"/>
              <a:ext cx="340200" cy="7563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0CDB7B8A-2368-D92E-8851-E47DEB72A8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36033" y="1875665"/>
                <a:ext cx="411840" cy="82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794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4E340-1039-2FF1-E104-A21033F80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A11F46-AD71-EC07-AE1F-A9B7730682B9}"/>
              </a:ext>
            </a:extLst>
          </p:cNvPr>
          <p:cNvSpPr txBox="1"/>
          <p:nvPr/>
        </p:nvSpPr>
        <p:spPr>
          <a:xfrm>
            <a:off x="652398" y="2870607"/>
            <a:ext cx="4861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기존의 </a:t>
            </a:r>
            <a:r>
              <a:rPr lang="en-US" altLang="ko-KR" sz="2400" dirty="0" err="1"/>
              <a:t>src</a:t>
            </a:r>
            <a:r>
              <a:rPr lang="en-US" altLang="ko-KR" sz="2400" dirty="0"/>
              <a:t> </a:t>
            </a:r>
            <a:r>
              <a:rPr lang="ko-KR" altLang="en-US" sz="2400" dirty="0"/>
              <a:t>폴더를 삭제해주세요</a:t>
            </a:r>
            <a:endParaRPr lang="en-US" altLang="ko-KR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8B8F69-CAD3-49FE-487D-95BD901A5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019" y="165602"/>
            <a:ext cx="5362575" cy="2619375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B4D6B2E7-F1E8-A5D7-E361-6BBD59D560B2}"/>
              </a:ext>
            </a:extLst>
          </p:cNvPr>
          <p:cNvSpPr/>
          <p:nvPr/>
        </p:nvSpPr>
        <p:spPr>
          <a:xfrm>
            <a:off x="8397042" y="993618"/>
            <a:ext cx="3141552" cy="53415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9E9491-B292-12FD-84E9-B2550CC4A6FE}"/>
              </a:ext>
            </a:extLst>
          </p:cNvPr>
          <p:cNvSpPr txBox="1"/>
          <p:nvPr/>
        </p:nvSpPr>
        <p:spPr>
          <a:xfrm>
            <a:off x="6426725" y="2870607"/>
            <a:ext cx="48611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Gamepex</a:t>
            </a:r>
            <a:r>
              <a:rPr lang="en-US" altLang="ko-KR" sz="2400" dirty="0"/>
              <a:t> </a:t>
            </a:r>
            <a:r>
              <a:rPr lang="ko-KR" altLang="en-US" sz="2400" dirty="0"/>
              <a:t>폴더에서 파일</a:t>
            </a:r>
            <a:r>
              <a:rPr lang="en-US" altLang="ko-KR" sz="2400" dirty="0"/>
              <a:t>-</a:t>
            </a:r>
            <a:r>
              <a:rPr lang="ko-KR" altLang="en-US" sz="2400" dirty="0"/>
              <a:t>관리자권한으로 </a:t>
            </a:r>
            <a:r>
              <a:rPr lang="en-US" altLang="ko-KR" sz="2400" dirty="0" err="1"/>
              <a:t>Powershell</a:t>
            </a:r>
            <a:r>
              <a:rPr lang="en-US" altLang="ko-KR" sz="2400" dirty="0"/>
              <a:t> </a:t>
            </a:r>
            <a:r>
              <a:rPr lang="ko-KR" altLang="en-US" sz="2400" dirty="0"/>
              <a:t>실행</a:t>
            </a:r>
            <a:endParaRPr lang="en-US" altLang="ko-KR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547311EC-2382-CCB1-9CAD-E7FDE94FE699}"/>
                  </a:ext>
                </a:extLst>
              </p14:cNvPr>
              <p14:cNvContentPartPr/>
              <p14:nvPr/>
            </p14:nvContentPartPr>
            <p14:xfrm>
              <a:off x="14075793" y="2257985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547311EC-2382-CCB1-9CAD-E7FDE94FE6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69673" y="225186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D6C51D6F-D71E-3A7D-67EE-FAE53D7942B1}"/>
                  </a:ext>
                </a:extLst>
              </p14:cNvPr>
              <p14:cNvContentPartPr/>
              <p14:nvPr/>
            </p14:nvContentPartPr>
            <p14:xfrm>
              <a:off x="-263727" y="3532385"/>
              <a:ext cx="360" cy="36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D6C51D6F-D71E-3A7D-67EE-FAE53D7942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69847" y="3526265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99D786CC-C694-02D5-50A0-1CF18CFFEC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98" y="556223"/>
            <a:ext cx="4152900" cy="1943100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34151FC7-A632-54F2-86EC-29AA54F62B19}"/>
              </a:ext>
            </a:extLst>
          </p:cNvPr>
          <p:cNvGrpSpPr/>
          <p:nvPr/>
        </p:nvGrpSpPr>
        <p:grpSpPr>
          <a:xfrm>
            <a:off x="911994" y="1348425"/>
            <a:ext cx="667440" cy="263880"/>
            <a:chOff x="911994" y="1348425"/>
            <a:chExt cx="66744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4A3758B-D90D-5D7E-9FF9-0A592A002B2C}"/>
                    </a:ext>
                  </a:extLst>
                </p14:cNvPr>
                <p14:cNvContentPartPr/>
                <p14:nvPr/>
              </p14:nvContentPartPr>
              <p14:xfrm>
                <a:off x="1040874" y="1357785"/>
                <a:ext cx="538560" cy="2314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4A3758B-D90D-5D7E-9FF9-0A592A002B2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1874" y="1349145"/>
                  <a:ext cx="5562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7172A78-F73D-DC86-C3E9-FB09E771DEE3}"/>
                    </a:ext>
                  </a:extLst>
                </p14:cNvPr>
                <p14:cNvContentPartPr/>
                <p14:nvPr/>
              </p14:nvContentPartPr>
              <p14:xfrm>
                <a:off x="911994" y="1348425"/>
                <a:ext cx="518760" cy="2638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7172A78-F73D-DC86-C3E9-FB09E771DEE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2994" y="1339785"/>
                  <a:ext cx="536400" cy="281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38695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3031-4CD5-E949-ECCF-D4362BEBD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DE0EF0D-95C6-5A4A-63AB-A3C72A1BF8D6}"/>
              </a:ext>
            </a:extLst>
          </p:cNvPr>
          <p:cNvSpPr/>
          <p:nvPr/>
        </p:nvSpPr>
        <p:spPr>
          <a:xfrm>
            <a:off x="264018" y="2177784"/>
            <a:ext cx="10611800" cy="830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40AD46-55DA-3DC9-F5F2-6B8295E944B6}"/>
              </a:ext>
            </a:extLst>
          </p:cNvPr>
          <p:cNvSpPr txBox="1"/>
          <p:nvPr/>
        </p:nvSpPr>
        <p:spPr>
          <a:xfrm>
            <a:off x="933017" y="518507"/>
            <a:ext cx="10325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New-Item -ItemType </a:t>
            </a:r>
            <a:r>
              <a:rPr lang="en-US" altLang="ko-KR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SymbolicLink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 -Path "</a:t>
            </a:r>
            <a:r>
              <a:rPr lang="en-US" altLang="ko-KR" sz="240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D:\project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\gamepex\src" -Target "\\Pc7-00\7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강 </a:t>
            </a:r>
            <a:r>
              <a:rPr lang="ko-KR" altLang="en-US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공유폴더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\{ 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프로젝트 기반 </a:t>
            </a:r>
            <a:r>
              <a:rPr lang="ko-KR" altLang="en-US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풀스택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 개발자 양성 과정 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}\A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조 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Apex\project\</a:t>
            </a:r>
            <a:r>
              <a:rPr lang="en-US" altLang="ko-KR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gamepex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\</a:t>
            </a:r>
            <a:r>
              <a:rPr lang="en-US" altLang="ko-KR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src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77AB5-D6B8-F759-EBC7-B8C4CFA9DE62}"/>
              </a:ext>
            </a:extLst>
          </p:cNvPr>
          <p:cNvSpPr txBox="1"/>
          <p:nvPr/>
        </p:nvSpPr>
        <p:spPr>
          <a:xfrm>
            <a:off x="264018" y="2362451"/>
            <a:ext cx="10837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위 코드에서</a:t>
            </a:r>
            <a:r>
              <a:rPr lang="en-US" altLang="ko-KR" sz="2400" b="1" dirty="0"/>
              <a:t> </a:t>
            </a:r>
            <a:r>
              <a:rPr lang="en-US" altLang="ko-KR" sz="2400" b="1" dirty="0">
                <a:solidFill>
                  <a:srgbClr val="FF0000"/>
                </a:solidFill>
              </a:rPr>
              <a:t>Workspace</a:t>
            </a:r>
            <a:r>
              <a:rPr lang="ko-KR" altLang="en-US" sz="2400" b="1" dirty="0"/>
              <a:t>는 자신의 워크스페이스로 수정하고 복사해주세요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245915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43436-26C6-D637-3516-86552629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3BDF6D3-6722-7161-26A9-2461A6F6D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777" y="2878025"/>
            <a:ext cx="3382978" cy="39799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5A1CA8-D95F-B464-7C68-D59DBD13EBE7}"/>
              </a:ext>
            </a:extLst>
          </p:cNvPr>
          <p:cNvSpPr txBox="1"/>
          <p:nvPr/>
        </p:nvSpPr>
        <p:spPr>
          <a:xfrm>
            <a:off x="346719" y="2255930"/>
            <a:ext cx="1071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Powershell</a:t>
            </a:r>
            <a:r>
              <a:rPr lang="ko-KR" altLang="en-US" sz="2400" dirty="0"/>
              <a:t>에서 붙여넣기 후 </a:t>
            </a:r>
            <a:r>
              <a:rPr lang="ko-KR" altLang="en-US" sz="2400" dirty="0" err="1"/>
              <a:t>엔터해서</a:t>
            </a:r>
            <a:r>
              <a:rPr lang="ko-KR" altLang="en-US" sz="2400" dirty="0"/>
              <a:t> 이렇게 뜨면 성공입니다</a:t>
            </a: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93B97-E679-CA33-8A0A-FA2A202B7979}"/>
              </a:ext>
            </a:extLst>
          </p:cNvPr>
          <p:cNvSpPr txBox="1"/>
          <p:nvPr/>
        </p:nvSpPr>
        <p:spPr>
          <a:xfrm>
            <a:off x="6584755" y="4296858"/>
            <a:ext cx="63474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이런 식으로</a:t>
            </a:r>
            <a:endParaRPr lang="en-US" altLang="ko-KR" sz="2400" dirty="0"/>
          </a:p>
          <a:p>
            <a:r>
              <a:rPr lang="ko-KR" altLang="en-US" sz="2400" dirty="0"/>
              <a:t>바로가기 아이콘</a:t>
            </a:r>
            <a:endParaRPr lang="en-US" altLang="ko-KR" sz="2400" dirty="0"/>
          </a:p>
          <a:p>
            <a:r>
              <a:rPr lang="ko-KR" altLang="en-US" sz="2400" dirty="0"/>
              <a:t>같은 것이 생김</a:t>
            </a:r>
            <a:endParaRPr lang="en-US" altLang="ko-KR" sz="2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27C0C63-A044-B80B-934B-2CF92856A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37" y="0"/>
            <a:ext cx="7877175" cy="2095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5625C79E-5479-2782-D38C-D322D5F0883D}"/>
                  </a:ext>
                </a:extLst>
              </p14:cNvPr>
              <p14:cNvContentPartPr/>
              <p14:nvPr/>
            </p14:nvContentPartPr>
            <p14:xfrm>
              <a:off x="3384503" y="3375585"/>
              <a:ext cx="392040" cy="16668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5625C79E-5479-2782-D38C-D322D5F088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80183" y="3371265"/>
                <a:ext cx="400680" cy="17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1905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39438-4EDA-F889-0C5C-90C9ABF2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04B395-841B-D954-541E-76F409C4620B}"/>
              </a:ext>
            </a:extLst>
          </p:cNvPr>
          <p:cNvSpPr txBox="1"/>
          <p:nvPr/>
        </p:nvSpPr>
        <p:spPr>
          <a:xfrm>
            <a:off x="5954059" y="3657306"/>
            <a:ext cx="10719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Import</a:t>
            </a:r>
            <a:r>
              <a:rPr lang="ko-KR" altLang="en-US" sz="2400" dirty="0"/>
              <a:t>에서</a:t>
            </a:r>
            <a:endParaRPr lang="en-US" altLang="ko-KR" sz="2400" dirty="0"/>
          </a:p>
          <a:p>
            <a:r>
              <a:rPr lang="en-US" altLang="ko-KR" sz="2400" dirty="0"/>
              <a:t>General-Projects from Folder or Archive</a:t>
            </a:r>
          </a:p>
          <a:p>
            <a:r>
              <a:rPr lang="ko-KR" altLang="en-US" sz="2400" dirty="0"/>
              <a:t>선택 후</a:t>
            </a:r>
            <a:r>
              <a:rPr lang="en-US" altLang="ko-KR" sz="2400" dirty="0"/>
              <a:t> Next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C7A111-1B94-E93A-9C85-B4EEF91B3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63" y="3062286"/>
            <a:ext cx="5476875" cy="25622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39F934-99DE-E8F7-25C1-DBCF4A231586}"/>
              </a:ext>
            </a:extLst>
          </p:cNvPr>
          <p:cNvSpPr txBox="1"/>
          <p:nvPr/>
        </p:nvSpPr>
        <p:spPr>
          <a:xfrm>
            <a:off x="6671131" y="1105307"/>
            <a:ext cx="10719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STS</a:t>
            </a:r>
            <a:r>
              <a:rPr lang="ko-KR" altLang="en-US" sz="2400" dirty="0"/>
              <a:t>에서 </a:t>
            </a:r>
            <a:r>
              <a:rPr lang="en-US" altLang="ko-KR" sz="2400" dirty="0"/>
              <a:t>Workspace</a:t>
            </a:r>
            <a:r>
              <a:rPr lang="ko-KR" altLang="en-US" sz="2400" dirty="0"/>
              <a:t>를</a:t>
            </a:r>
            <a:endParaRPr lang="en-US" altLang="ko-KR" sz="2400" dirty="0"/>
          </a:p>
          <a:p>
            <a:r>
              <a:rPr lang="ko-KR" altLang="en-US" sz="2400" dirty="0"/>
              <a:t>해당 폴더로 여시고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170AD1D-5163-36C5-6BE7-9E000ED80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39" y="223836"/>
            <a:ext cx="599122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64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F5D63-BA32-7C99-2076-D1DA3839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528561-AD59-5C25-8EA9-41E608F78F96}"/>
              </a:ext>
            </a:extLst>
          </p:cNvPr>
          <p:cNvSpPr txBox="1"/>
          <p:nvPr/>
        </p:nvSpPr>
        <p:spPr>
          <a:xfrm>
            <a:off x="155747" y="6131490"/>
            <a:ext cx="1071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자신의 </a:t>
            </a:r>
            <a:r>
              <a:rPr lang="en-US" altLang="ko-KR" sz="2400" dirty="0"/>
              <a:t>workspace\</a:t>
            </a:r>
            <a:r>
              <a:rPr lang="en-US" altLang="ko-KR" sz="2400" dirty="0" err="1"/>
              <a:t>gamepex</a:t>
            </a:r>
            <a:r>
              <a:rPr lang="en-US" altLang="ko-KR" sz="2400" dirty="0"/>
              <a:t> </a:t>
            </a:r>
            <a:r>
              <a:rPr lang="ko-KR" altLang="en-US" sz="2400" dirty="0"/>
              <a:t>폴더 선택 후 </a:t>
            </a:r>
            <a:r>
              <a:rPr lang="en-US" altLang="ko-KR" sz="2400" dirty="0"/>
              <a:t>Finish </a:t>
            </a:r>
            <a:r>
              <a:rPr lang="ko-KR" altLang="en-US" sz="2400" dirty="0"/>
              <a:t>눌러주세요</a:t>
            </a:r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28D021-F965-A6AF-68DA-D320BB24E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25" y="0"/>
            <a:ext cx="832485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94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340CB-AA97-7D56-4E25-C6FA121D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ADA4DD29-2ADB-37D2-1E46-8F5C46E4A6DF}"/>
                  </a:ext>
                </a:extLst>
              </p14:cNvPr>
              <p14:cNvContentPartPr/>
              <p14:nvPr/>
            </p14:nvContentPartPr>
            <p14:xfrm>
              <a:off x="4671143" y="497385"/>
              <a:ext cx="360" cy="36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ADA4DD29-2ADB-37D2-1E46-8F5C46E4A6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5023" y="49126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5C96DE2B-8B38-67EE-380C-49819F29553D}"/>
              </a:ext>
            </a:extLst>
          </p:cNvPr>
          <p:cNvSpPr txBox="1"/>
          <p:nvPr/>
        </p:nvSpPr>
        <p:spPr>
          <a:xfrm>
            <a:off x="3063642" y="5182837"/>
            <a:ext cx="66500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STS</a:t>
            </a:r>
            <a:r>
              <a:rPr lang="ko-KR" altLang="en-US" sz="2400" dirty="0"/>
              <a:t>에서 상단의</a:t>
            </a:r>
            <a:r>
              <a:rPr lang="en-US" altLang="ko-KR" sz="2400" dirty="0"/>
              <a:t> Window-Preferences</a:t>
            </a:r>
            <a:r>
              <a:rPr lang="ko-KR" altLang="en-US" sz="2400" dirty="0"/>
              <a:t> 여신 후</a:t>
            </a:r>
            <a:endParaRPr lang="en-US" altLang="ko-KR" sz="2400" dirty="0"/>
          </a:p>
          <a:p>
            <a:r>
              <a:rPr lang="en-US" altLang="ko-KR" sz="2400" dirty="0"/>
              <a:t>General-Workspace</a:t>
            </a:r>
            <a:r>
              <a:rPr lang="ko-KR" altLang="en-US" sz="2400" dirty="0"/>
              <a:t>에서 위의 항목 </a:t>
            </a:r>
            <a:r>
              <a:rPr lang="en-US" altLang="ko-KR" sz="2400" dirty="0"/>
              <a:t>2</a:t>
            </a:r>
            <a:r>
              <a:rPr lang="ko-KR" altLang="en-US" sz="2400" dirty="0"/>
              <a:t>개를 체크</a:t>
            </a:r>
            <a:r>
              <a:rPr lang="en-US" altLang="ko-KR" sz="2400" dirty="0"/>
              <a:t>,</a:t>
            </a:r>
          </a:p>
          <a:p>
            <a:r>
              <a:rPr lang="en-US" altLang="ko-KR" sz="2400" dirty="0"/>
              <a:t>Apply and Close </a:t>
            </a:r>
            <a:r>
              <a:rPr lang="ko-KR" altLang="en-US" sz="2400" dirty="0"/>
              <a:t>해주세요</a:t>
            </a:r>
            <a:endParaRPr lang="en-US" altLang="ko-KR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6A3706B4-CD81-DB1A-BAF5-42E2D29B1BF6}"/>
                  </a:ext>
                </a:extLst>
              </p14:cNvPr>
              <p14:cNvContentPartPr/>
              <p14:nvPr/>
            </p14:nvContentPartPr>
            <p14:xfrm>
              <a:off x="2996423" y="4580865"/>
              <a:ext cx="360" cy="18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6A3706B4-CD81-DB1A-BAF5-42E2D29B1B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90303" y="4574745"/>
                <a:ext cx="1260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8A17D30F-FA5A-58B4-89A9-9D3C2DD9B9FB}"/>
                  </a:ext>
                </a:extLst>
              </p14:cNvPr>
              <p14:cNvContentPartPr/>
              <p14:nvPr/>
            </p14:nvContentPartPr>
            <p14:xfrm>
              <a:off x="1837223" y="3104865"/>
              <a:ext cx="360" cy="3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A17D30F-FA5A-58B4-89A9-9D3C2DD9B9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31103" y="309874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4A526264-879A-F5C3-9F55-37CC1E92E78F}"/>
                  </a:ext>
                </a:extLst>
              </p14:cNvPr>
              <p14:cNvContentPartPr/>
              <p14:nvPr/>
            </p14:nvContentPartPr>
            <p14:xfrm>
              <a:off x="2036663" y="5739345"/>
              <a:ext cx="1800" cy="396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4A526264-879A-F5C3-9F55-37CC1E92E78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030543" y="5733225"/>
                <a:ext cx="14040" cy="162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14D953ED-46F7-2D33-22F2-09C1A1C2E48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760" y="143524"/>
            <a:ext cx="3972479" cy="48870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320D70-7481-5268-2845-402BA8E9B79D}"/>
              </a:ext>
            </a:extLst>
          </p:cNvPr>
          <p:cNvSpPr txBox="1"/>
          <p:nvPr/>
        </p:nvSpPr>
        <p:spPr>
          <a:xfrm>
            <a:off x="9713732" y="629730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수고하셨습니다</a:t>
            </a:r>
          </a:p>
        </p:txBody>
      </p:sp>
    </p:spTree>
    <p:extLst>
      <p:ext uri="{BB962C8B-B14F-4D97-AF65-F5344CB8AC3E}">
        <p14:creationId xmlns:p14="http://schemas.microsoft.com/office/powerpoint/2010/main" val="2113510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126</Words>
  <Application>Microsoft Office PowerPoint</Application>
  <PresentationFormat>와이드스크린</PresentationFormat>
  <Paragraphs>20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pc07-00</dc:creator>
  <cp:lastModifiedBy>pc07-00</cp:lastModifiedBy>
  <cp:revision>39</cp:revision>
  <dcterms:created xsi:type="dcterms:W3CDTF">2025-11-05T07:17:58Z</dcterms:created>
  <dcterms:modified xsi:type="dcterms:W3CDTF">2025-11-13T08:08:18Z</dcterms:modified>
</cp:coreProperties>
</file>