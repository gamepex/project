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4:57:42.2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5645 0 24575,'-2'5'0,"-1"-1"0,0 0 0,0 1 0,0-1 0,-1-1 0,1 1 0,-1-1 0,0 1 0,0-1 0,0 0 0,-1 0 0,-5 2 0,-63 23 0,55-22 0,-80 22 0,-1-5 0,-1-3 0,-150 9 0,-312-14 0,532-15 0,-3036-5 0,2934-2 0,-256-46 0,263 31 0,0 4 0,-160-1 0,86 21-1365,157-1-5461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5:00:02.8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563 196 24575,'0'-2'0,"1"-1"0,-1 1 0,1 0 0,0-1 0,0 1 0,0 0 0,0 0 0,0 0 0,0-1 0,1 1 0,-1 1 0,1-1 0,-1 0 0,1 0 0,0 1 0,0-1 0,0 0 0,0 1 0,0 0 0,0 0 0,0-1 0,0 1 0,4-1 0,56-18 0,73-10 0,187-38 0,-236 54 0,158-4 0,-198 17 0,132 6 0,-158-2 0,-1 0 0,1 1 0,-1 1 0,0 1 0,0 0 0,-1 2 0,18 9 0,-11-3 0,0 1 0,-1 2 0,32 27 0,-47-36 0,0 1 0,-1 0 0,0 0 0,-1 1 0,0-1 0,0 2 0,-1-1 0,0 1 0,-1 0 0,8 23 0,14 60 0,16 70 0,-41-159 0,-1 1 0,0 0 0,-1 0 0,0 0 0,0 0 0,0-1 0,0 1 0,-1 0 0,0 0 0,0 0 0,-1-1 0,1 1 0,-1 0 0,-1-1 0,1 0 0,-1 1 0,-6 8 0,3-6 0,-1 0 0,-1-1 0,1 0 0,-1 0 0,-1-1 0,1 0 0,-1-1 0,0 1 0,-14 4 0,-60 32 0,-57 24 0,121-59 0,0-1 0,0-1 0,0-1 0,-1-1 0,0 0 0,-19-1 0,-613-7 0,449-2 0,-231-37 0,413 41 0,-14-1 0,1-1 0,0-2 0,-63-22 0,90 26 0,0 0 0,-1 0 0,2 0 0,-1-1 0,0 0 0,1 0 0,0-1 0,0 0 0,0 0 0,0 0 0,1-1 0,0 0 0,0 0 0,1 0 0,-1-1 0,1 1 0,1-1 0,-1 0 0,1 0 0,0 0 0,1-1 0,0 1 0,-2-13 0,2-2 0,0 1 0,2-1 0,1 1 0,0 0 0,1-1 0,2 1 0,7-28 0,-8 40 0,0 0 0,1 0 0,-1 0 0,2 0 0,-1 0 0,1 1 0,1 0 0,-1 0 0,1 1 0,1-1 0,-1 1 0,1 0 0,1 1 0,-1 0 0,1 0 0,0 1 0,0 0 0,13-6 0,4 3 0,-1 1 0,1 1 0,1 1 0,-1 1 0,31-1 0,54-8 0,-54 4-455,1 3 0,59 2 0,-98 4-6371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5:00:17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43 24575,'5243'0'0,"-5187"-3"0,85-14 0,42-3 0,628 18 0,-388 4 0,805-2-1365,-1195 0-5461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5:06:25.3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234 154 24575,'0'-2'0,"0"0"0,0 0 0,0 0 0,1 0 0,-1 1 0,1-1 0,0 0 0,-1 0 0,1 0 0,0 1 0,0-1 0,0 0 0,0 1 0,0-1 0,1 1 0,-1-1 0,0 1 0,1-1 0,-1 1 0,1 0 0,-1 0 0,1 0 0,0 0 0,-1 0 0,1 0 0,0 0 0,0 1 0,-1-1 0,1 1 0,3-1 0,7-2 0,0 1 0,0 1 0,24 0 0,-18 1 0,30-2 0,-5 2 0,-1-3 0,1-1 0,-1-2 0,55-15 0,81-29 0,-146 44 0,-1 1 0,2 1 0,55 1 0,-64 4 0,1-1 0,-1 1 0,24 5 0,-38-4 0,-1 1 0,0 0 0,0 0 0,0 1 0,0 0 0,0 0 0,-1 1 0,11 8 0,197 130 0,-207-137 0,3 2 0,0 0 0,0 1 0,-1 0 0,-1 1 0,19 21 0,-27-29 0,0 0 0,-1 0 0,1 0 0,0 0 0,-1 0 0,0 1 0,1-1 0,-1 0 0,0 1 0,0-1 0,-1 1 0,1-1 0,0 1 0,-1-1 0,1 1 0,-1-1 0,0 1 0,0 0 0,0-1 0,0 1 0,0-1 0,-1 1 0,1 0 0,-1-1 0,0 1 0,0-1 0,0 1 0,0-1 0,0 0 0,0 1 0,0-1 0,-1 0 0,1 0 0,-1 0 0,0 0 0,0 0 0,0 0 0,-3 2 0,-17 11 0,0-2 0,-1 0 0,0-2 0,-29 10 0,-81 24 0,118-39 0,1-1 0,-1-1 0,0 0 0,0-1 0,0 0 0,-23 0 0,-98-5 0,53-1 0,-16 1 0,-125 4 0,142 10 0,53-7 0,-46 3 0,-261-9 0,332 2 0,1-1 0,-1 0 0,0-1 0,0 1 0,1 0 0,-1-1 0,0 0 0,1 0 0,-1 0 0,0-1 0,1 1 0,0-1 0,-1 0 0,1 0 0,0 0 0,0 0 0,-5-5 0,5 3 0,0 0 0,1 0 0,0 0 0,0 0 0,0 0 0,0 0 0,1-1 0,0 1 0,0-1 0,0 0 0,0 1 0,1-1 0,-1 1 0,2-7 0,-2 1 0,2-1 0,-1 1 0,1-1 0,1 1 0,0 0 0,0 0 0,1 0 0,0 0 0,1 0 0,6-12 0,-2 9 0,0 1 0,1 1 0,1 0 0,-1 0 0,2 1 0,20-17 0,0 3-1365,-4 5-5461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5:06:30.0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24575,'1229'35'0,"-462"2"0,-542-30 0,102 16 0,125 2 0,427-6 0,69-11 0,-551-11 0,4671 3-1365,-5040 0-5461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5:06:41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79 24575,'7'-5'0,"1"1"0,0 0 0,1 1 0,-1 0 0,1 0 0,-1 1 0,1 0 0,0 0 0,16 0 0,5-3 0,24-3 0,0 2 0,79 1 0,-67 4 0,71-10 0,-36 1 0,199 7 0,-145 6 0,557-3 0,-664 2 0,48 9 0,25 1 0,-75-11 0,-33-2 0,0 0 0,0 2 0,0 0 0,0 0 0,0 1 0,0 0 0,0 2 0,0-1 0,20 10 0,63 29 0,-65-31 0,47 26 0,-73-34 0,0 1 0,-1 0 0,1 0 0,-1 0 0,0 0 0,0 1 0,0-1 0,0 1 0,-1 0 0,0 0 0,0 1 0,0-1 0,-1 1 0,0-1 0,0 1 0,0 0 0,-1 0 0,0-1 0,1 10 0,0 13 0,-1 0 0,-1 0 0,-5 30 0,1 8 0,4-40 0,1-11 0,-1 1 0,-1-1 0,-1 0 0,-5 26 0,6-37 0,0 0 0,-1 0 0,1-1 0,-1 1 0,0 0 0,0-1 0,0 0 0,0 1 0,-1-1 0,0 0 0,1 0 0,-1 0 0,0-1 0,0 1 0,-1-1 0,1 1 0,0-1 0,-1 0 0,1 0 0,-1-1 0,0 1 0,-7 1 0,-20 3 0,-1-2 0,1-2 0,-1 0 0,1-3 0,-42-4 0,-21 0 0,46 7 0,1 3 0,0 1 0,-91 26 0,115-26 0,-44 16 0,53-16 0,0-1 0,0 0 0,-1-1 0,0-1 0,1 0 0,-16 0 0,-33-2 0,33-1 0,0 1 0,-1 1 0,1 1 0,-34 9 0,19-1 0,0-2 0,-1-3 0,-54 2 0,-141-9 0,88-2 0,-438 3 0,580 0 0,1 0 0,-1-1 0,1-1 0,0 0 0,-1 0 0,1-1 0,0 0 0,0 0 0,1-1 0,-1-1 0,1 0 0,-17-11 0,20 11 0,0 0 0,1 0 0,0 0 0,0-1 0,0 0 0,1 0 0,0 0 0,0 0 0,0-1 0,1 1 0,0-1 0,0 0 0,1 0 0,0 0 0,0 0 0,1-1 0,0 1 0,-1-14 0,4-250 128,1 86-1621,-3 159-5333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5:11:17.2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207 31 24575,'21'-1'0,"0"-1"0,29-7 0,35-3 0,-40 10 0,-17-1 0,-1 2 0,1 0 0,-1 2 0,1 1 0,49 11 0,-66-8 0,0 0 0,-1 1 0,1 0 0,-1 0 0,0 1 0,-1 1 0,0 0 0,0 0 0,0 1 0,-1 0 0,-1 0 0,0 1 0,7 11 0,-1 0 0,0 1 0,-2 0 0,-1 1 0,0 0 0,8 33 0,-15-47 0,-1 1 0,0 0 0,0-1 0,-1 1 0,0 0 0,-1 0 0,0 0 0,-1 0 0,0 0 0,0 0 0,-1-1 0,0 1 0,-1 0 0,0-1 0,0 0 0,-1 1 0,0-2 0,-1 1 0,-8 12 0,-4 4 0,-1 0 0,-1-2 0,-41 41 0,51-56 0,0-1 0,-1 0 0,0 0 0,-1-1 0,1-1 0,-1 0 0,0 0 0,-1-1 0,1 0 0,-1-1 0,1 0 0,-22 2 0,-201-2 0,124-5 0,105 2 0,-1 0 0,0-1 0,0 1 0,0-2 0,0 1 0,0 0 0,1-1 0,-1 0 0,1 0 0,-1-1 0,1 0 0,0 0 0,0 0 0,0 0 0,-7-7 0,6 3 0,-1 0 0,1 0 0,0-1 0,1 0 0,0 0 0,0-1 0,1 1 0,-6-17 0,-4-10 0,7 17 0,0 0 0,1 0 0,1 0 0,0-1 0,2 1 0,-2-28 0,4 20 0,-1-4 0,1 0 0,2 0 0,1 0 0,10-47 0,-10 69 0,0 0 0,1 0 0,0 1 0,0-1 0,1 1 0,0 0 0,0 0 0,1 0 0,-1 0 0,2 1 0,-1 0 0,1 0 0,0 0 0,0 1 0,0 0 0,1 0 0,0 1 0,0-1 0,0 2 0,0-1 0,13-4 0,6-2-1365,-5 2-5461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5:11:20.9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 24575,'0'-1'0,"0"1"0,0-1 0,1 0 0,-1 0 0,0 0 0,0 1 0,1-1 0,-1 0 0,0 0 0,1 1 0,-1-1 0,1 0 0,-1 1 0,1-1 0,-1 1 0,1-1 0,-1 0 0,1 1 0,0-1 0,-1 1 0,1-1 0,0 1 0,0 0 0,-1-1 0,1 1 0,0 0 0,0 0 0,-1-1 0,1 1 0,0 0 0,0 0 0,0 0 0,1 0 0,0 0 0,0-1 0,1 1 0,-1 1 0,1-1 0,-1 0 0,0 0 0,1 1 0,-1 0 0,0-1 0,1 1 0,3 2 0,22 17 0,-1 1 0,-1 1 0,-1 1 0,34 40 0,-21-22 0,43 45 0,194 187 0,-236-239 0,2-1 0,2-3 0,1-1 0,1-3 0,66 30 0,-81-44-341,1 0 0,0-2-1,41 7 1,-40-12-6485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5:12:45.2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181 106 24575,'1'-1'0,"0"0"0,0 0 0,0-1 0,0 1 0,1 0 0,-1 0 0,0 0 0,0 1 0,1-1 0,-1 0 0,1 0 0,-1 1 0,1-1 0,-1 1 0,1-1 0,-1 1 0,1-1 0,-1 1 0,1 0 0,-1 0 0,1 0 0,3 0 0,0 0 0,263-28 0,38-6 0,-219 21 0,111-2 0,-162 15 0,-1 1 0,1 1 0,-1 3 0,1 0 0,67 22 0,-63-12 0,66 36 0,-82-38 0,-1 1 0,-1 1 0,0 2 0,-1 0 0,-1 1 0,0 1 0,25 31 0,-34-35 0,-1 1 0,0 0 0,-1 1 0,-1 0 0,-1 0 0,0 0 0,-1 1 0,-1 0 0,0 1 0,-2-1 0,3 32 0,-4-19 0,-1-1 0,-1 1 0,-6 40 0,4-60 0,0-1 0,0 0 0,-1 0 0,-1-1 0,0 1 0,0-1 0,-1 0 0,0 0 0,0 0 0,-1-1 0,-1 1 0,1-1 0,-14 11 0,11-10 0,-2-2 0,1 1 0,-1-1 0,0-1 0,-1 0 0,0-1 0,-13 5 0,-91 21 0,32-11 0,42-12 0,0-1 0,-1-2 0,1-2 0,-1-2 0,-55-6 0,-11 2 0,75 3 0,-43 1 0,0-3 0,0-3 0,-104-21 0,120 13 0,45 11 0,0 0 0,0-2 0,1 0 0,0 0 0,-1-2 0,1 0 0,1 0 0,-1-2 0,1 1 0,-19-16 0,-135-129 0,157 142 0,0 0 0,0 0 0,1-1 0,0 0 0,1-1 0,0 0 0,1-1 0,1 0 0,0 0 0,0-1 0,1 1 0,1-1 0,0-1 0,1 1 0,1-1 0,0 1 0,1-1 0,1 0 0,0-20 0,1 11-119,-2 11 15,2 1 0,0 0 0,0 0 0,1 0 1,0-1-1,1 1 0,1 0 0,0 0 0,0 1 1,1-1-1,7-14 0,5 5-6722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5:12:48.0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383 80 24575,'0'-1'0,"0"-1"0,1 0 0,-1 1 0,1-1 0,0 1 0,-1-1 0,1 1 0,0-1 0,0 1 0,0 0 0,0 0 0,0-1 0,0 1 0,0 0 0,1 0 0,-1 0 0,0 0 0,1 0 0,-1 0 0,0 0 0,1 1 0,-1-1 0,1 0 0,1 0 0,45-13 0,-38 12 0,61-11 0,1 3 0,0 3 0,0 3 0,77 7 0,-103-2 0,-30 0 0,1 0 0,-1 2 0,1 0 0,-1 0 0,0 2 0,-1 0 0,1 1 0,-1 0 0,0 1 0,0 1 0,-1 0 0,0 1 0,-1 1 0,0 0 0,0 1 0,-1 0 0,0 1 0,-1 0 0,-1 1 0,0 0 0,-1 1 0,0 0 0,-1 0 0,0 1 0,-1 0 0,-1 0 0,-1 1 0,0 0 0,-1 0 0,0 0 0,-1 0 0,-1 1 0,0 17 0,-2 6 0,-1-1 0,-2 0 0,-15 74 0,13-94 0,-1 0 0,-1 0 0,-1 0 0,0-1 0,-1-1 0,-1 1 0,-1-1 0,0-1 0,-22 24 0,19-24 0,0-1 0,-1-1 0,-1 0 0,0-1 0,-1 0 0,-1-2 0,0 0 0,-25 11 0,-2-3 0,-112 43 0,151-60 0,0-1 0,0 0 0,0 0 0,0-1 0,0 0 0,0 0 0,0 0 0,0-1 0,0 0 0,0 0 0,0 0 0,0-1 0,0 0 0,1 0 0,-1 0 0,-5-4 0,-10-7 0,0 0 0,-32-27 0,27 20 0,-153-97 0,124 85 0,1-3 0,-81-69 0,129 99 0,-18-17 0,1 0 0,1-1 0,-21-30 0,37 43 0,0 1 0,0-1 0,1 0 0,1 0 0,0-1 0,0 0 0,1 1 0,0-1 0,1 0 0,0-1 0,1 1 0,0-18 0,1 28 0,0-12 0,0-1 0,1 1 0,1 0 0,3-15 0,-3 23 0,-1 0 0,1 0 0,1 1 0,-1-1 0,1 1 0,0-1 0,0 1 0,0 0 0,0 0 0,1 0 0,-1 1 0,1-1 0,8-4 0,4-4-97,2 2-1,-1 0 1,2 2-1,-1 0 1,1 0-1,0 2 1,0 0-1,1 2 1,0 0-1,0 1 1,0 1-1,0 0 0,40 4 1,-39-1-6729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1760F5-28F9-4A81-B138-2578980818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71A0B11-4A32-AC06-96AE-2D9EA2CED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DD18C8-9061-7B9D-3612-65CEE8A87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CF6FB-5D41-4019-9BCA-062B74D390AE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CF2026E-834E-23B8-6174-13F7E3A90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5B73A6-DA50-7829-9FE9-7BA1BB93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57569-C312-45FF-921C-1526D9D4C6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6143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332930-8750-8343-50F2-3227C0532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C419F2-0F92-0758-BE6B-FB3093ECB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F7E20B-DCC0-754C-DC5A-C0459CF7C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CF6FB-5D41-4019-9BCA-062B74D390AE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F083A0-1C95-BEA3-5FF1-AC21EF37D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FE69069-E203-E37F-6FD4-F4DAA7543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57569-C312-45FF-921C-1526D9D4C6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387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ACE6A0-87E3-847A-BCB4-8B13A0F7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0C2E376-8105-6BAA-5EF3-F84AAC2B2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DEE14DF-3D60-9709-A823-645293130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CF6FB-5D41-4019-9BCA-062B74D390AE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D681D91-DE02-A96C-4BC0-E0DA8BC15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61C26E-79AF-6B3E-21AB-FFB6C6B64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57569-C312-45FF-921C-1526D9D4C6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21475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ADE8B3-EDDC-BEC3-8ADD-4C1263CFF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87E690-7839-646C-C648-603F0F18FB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3F8C9D8-93C0-E141-BA50-92F303F7B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F632E0-29D2-161B-D738-F3879F09B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CF6FB-5D41-4019-9BCA-062B74D390AE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DD1986-41A2-18D8-428F-2C0A6394A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3BD1FF7-5B70-BB23-0FF2-03710F5FA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57569-C312-45FF-921C-1526D9D4C6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65687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646355-E58C-ED52-BD6C-CF74E878C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ABA2D5-5F63-4189-266E-E935F69C36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C9BD3ED-B0F7-2311-C9FF-9A5616DA95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8EBF728-49A5-F063-1A20-7055F813C4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EB17D41-411D-C302-1452-60108E43B5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414CF74-7443-E945-3CC9-E2A06AD94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CF6FB-5D41-4019-9BCA-062B74D390AE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7C01977-7219-C1B7-6DD2-C63B22430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C0E5508-2CEE-185B-BF3F-D61F64354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57569-C312-45FF-921C-1526D9D4C6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6488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C86803-0FA5-90AE-46BF-C291C2AA5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011FCB0-7867-665A-1B8A-19D2C47B0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CF6FB-5D41-4019-9BCA-062B74D390AE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8E561F-3118-B5BE-16F9-9BCAA0C52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09AE8F-DBF2-C4B7-6F1C-101D1C8A2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57569-C312-45FF-921C-1526D9D4C6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912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31590-5650-EB62-CE6F-2199039BA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CF6FB-5D41-4019-9BCA-062B74D390AE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EBCE86B-8FD9-454B-552F-602303CAF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9930A2-C8CA-5E9E-D8D2-67C16D3B8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57569-C312-45FF-921C-1526D9D4C6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8114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516736-D865-DD61-9546-2DD9DE3236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4EA9F6-AA42-7218-AF64-76D3A6146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70E20AB-93B3-5C18-18C9-A669C68BC9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2B82BE-7C64-14AA-2B11-95ECD2634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CF6FB-5D41-4019-9BCA-062B74D390AE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01DD77B-1FF6-9A3D-F67C-EC17AA64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3CA9517-0A0E-80F6-1501-EB99303BD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57569-C312-45FF-921C-1526D9D4C6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4726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B0FEA7-25F6-9DBA-D6E4-9418BD5FF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B004BCF-FFEE-FD55-AC02-DA89AF357A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C4B98B1-BDED-CBF7-885B-A7C81CD49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8DBCA3-205B-776F-3D9E-7DE073338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CF6FB-5D41-4019-9BCA-062B74D390AE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BDB9CA-1C82-8975-73DB-7F653413D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B0CF7F-3F5D-B1AA-1063-4B0FD76C2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57569-C312-45FF-921C-1526D9D4C6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0579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46598-4938-3D7C-36BD-F3CEADFA8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A91813-4FE5-3A54-286C-2A6CFA08B1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B38B15-8F0D-957C-E604-8239729C3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CF6FB-5D41-4019-9BCA-062B74D390AE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E698A61-A48F-B7A7-E7F8-9717509C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17AEC70-D3F2-14EF-830D-F4E6B4BA3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57569-C312-45FF-921C-1526D9D4C6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996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8A33CD6-999B-3419-ED7E-945E0E64AF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80CD6E7-A9D1-936A-F889-65065A4F93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0D686B-22C2-D23A-4029-90E54BB73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CF6FB-5D41-4019-9BCA-062B74D390AE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E6E2BA-0B1B-41BA-4FD0-E321E6BF6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A98506-FD82-4D0E-4C9C-E274322B8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57569-C312-45FF-921C-1526D9D4C6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0463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F62C84F-56FC-8DC8-CFA8-7DAE2CDBD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050118-2AC9-3C8E-71D6-0830486D4A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56367B-CE06-55FA-93C2-4B1B766F32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8CF6FB-5D41-4019-9BCA-062B74D390AE}" type="datetimeFigureOut">
              <a:rPr lang="ko-KR" altLang="en-US" smtClean="0"/>
              <a:t>2025-11-20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A3BB84-7498-D494-3673-3A9A8E0DF9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79A7E7-D567-5BD5-8A0D-21B3BB54DB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757569-C312-45FF-921C-1526D9D4C6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4396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customXml" Target="../ink/ink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customXml" Target="../ink/ink4.xml"/><Relationship Id="rId7" Type="http://schemas.openxmlformats.org/officeDocument/2006/relationships/customXml" Target="../ink/ink6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customXml" Target="../ink/ink5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customXml" Target="../ink/ink8.xml"/><Relationship Id="rId4" Type="http://schemas.openxmlformats.org/officeDocument/2006/relationships/image" Target="../media/image1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customXml" Target="../ink/ink10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71A4BDC8-6436-329C-C262-F29151ADBC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95599" y="5751513"/>
            <a:ext cx="6747164" cy="734435"/>
          </a:xfrm>
        </p:spPr>
        <p:txBody>
          <a:bodyPr/>
          <a:lstStyle/>
          <a:p>
            <a:r>
              <a:rPr lang="en-US" altLang="ko-KR" b="1" dirty="0"/>
              <a:t>Import-Existing Projects into Workspace</a:t>
            </a:r>
            <a:endParaRPr lang="ko-KR" altLang="en-US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AA27750-DF20-46DB-DFCE-3A8B886610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2362" y="455035"/>
            <a:ext cx="4867275" cy="517207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6">
                <a:extLst>
                  <a:ext uri="{FF2B5EF4-FFF2-40B4-BE49-F238E27FC236}">
                    <a16:creationId xmlns:a16="http://schemas.microsoft.com/office/drawing/2014/main" id="{C20AA053-BD19-6F79-1B34-363460872FA5}"/>
                  </a:ext>
                </a:extLst>
              </p14:cNvPr>
              <p14:cNvContentPartPr/>
              <p14:nvPr/>
            </p14:nvContentPartPr>
            <p14:xfrm>
              <a:off x="4137558" y="2434678"/>
              <a:ext cx="2032560" cy="71640"/>
            </p14:xfrm>
          </p:contentPart>
        </mc:Choice>
        <mc:Fallback xmlns="">
          <p:pic>
            <p:nvPicPr>
              <p:cNvPr id="7" name="잉크 6">
                <a:extLst>
                  <a:ext uri="{FF2B5EF4-FFF2-40B4-BE49-F238E27FC236}">
                    <a16:creationId xmlns:a16="http://schemas.microsoft.com/office/drawing/2014/main" id="{C20AA053-BD19-6F79-1B34-363460872FA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19555" y="2416768"/>
                <a:ext cx="2068206" cy="107102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783D2388-D65D-19F5-29DB-17F9EF9BCF77}"/>
              </a:ext>
            </a:extLst>
          </p:cNvPr>
          <p:cNvSpPr txBox="1"/>
          <p:nvPr/>
        </p:nvSpPr>
        <p:spPr>
          <a:xfrm>
            <a:off x="0" y="5195400"/>
            <a:ext cx="34134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본인 </a:t>
            </a:r>
            <a:r>
              <a:rPr lang="en-US" altLang="ko-KR" dirty="0"/>
              <a:t>PC</a:t>
            </a:r>
            <a:r>
              <a:rPr lang="ko-KR" altLang="en-US" dirty="0"/>
              <a:t>의 </a:t>
            </a:r>
            <a:r>
              <a:rPr lang="en-US" altLang="ko-KR" dirty="0"/>
              <a:t>Workspace</a:t>
            </a:r>
            <a:r>
              <a:rPr lang="ko-KR" altLang="en-US" dirty="0"/>
              <a:t>에서</a:t>
            </a:r>
            <a:endParaRPr lang="en-US" altLang="ko-KR" dirty="0"/>
          </a:p>
          <a:p>
            <a:r>
              <a:rPr lang="ko-KR" altLang="en-US" dirty="0"/>
              <a:t>기존 프로젝트 삭제하시거나</a:t>
            </a:r>
            <a:endParaRPr lang="en-US" altLang="ko-KR" dirty="0"/>
          </a:p>
          <a:p>
            <a:r>
              <a:rPr lang="ko-KR" altLang="en-US" dirty="0"/>
              <a:t>아니면 새 </a:t>
            </a:r>
            <a:r>
              <a:rPr lang="en-US" altLang="ko-KR" dirty="0"/>
              <a:t>Workspace </a:t>
            </a:r>
            <a:r>
              <a:rPr lang="ko-KR" altLang="en-US" dirty="0"/>
              <a:t>만드시고</a:t>
            </a:r>
          </a:p>
        </p:txBody>
      </p:sp>
    </p:spTree>
    <p:extLst>
      <p:ext uri="{BB962C8B-B14F-4D97-AF65-F5344CB8AC3E}">
        <p14:creationId xmlns:p14="http://schemas.microsoft.com/office/powerpoint/2010/main" val="1132225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1B6A-9CEC-FB89-C714-1EE13EE3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2E78A7B9-CF38-B032-2961-03DDABFC8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002" y="372052"/>
            <a:ext cx="9010650" cy="5076825"/>
          </a:xfrm>
          <a:prstGeom prst="rect">
            <a:avLst/>
          </a:prstGeom>
        </p:spPr>
      </p:pic>
      <p:sp>
        <p:nvSpPr>
          <p:cNvPr id="3" name="부제목 2">
            <a:extLst>
              <a:ext uri="{FF2B5EF4-FFF2-40B4-BE49-F238E27FC236}">
                <a16:creationId xmlns:a16="http://schemas.microsoft.com/office/drawing/2014/main" id="{B7A7EADE-4DF1-E2DE-FEDA-E19C3750F4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1274" y="5751513"/>
            <a:ext cx="10008174" cy="734435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b="1" dirty="0"/>
              <a:t>Z:\{ </a:t>
            </a:r>
            <a:r>
              <a:rPr lang="ko-KR" altLang="en-US" b="1" dirty="0"/>
              <a:t>프로젝트 기반 </a:t>
            </a:r>
            <a:r>
              <a:rPr lang="ko-KR" altLang="en-US" b="1" dirty="0" err="1"/>
              <a:t>풀스택</a:t>
            </a:r>
            <a:r>
              <a:rPr lang="ko-KR" altLang="en-US" b="1" dirty="0"/>
              <a:t> 개발자 양성 과정 </a:t>
            </a:r>
            <a:r>
              <a:rPr lang="en-US" altLang="ko-KR" b="1" dirty="0"/>
              <a:t>}\A</a:t>
            </a:r>
            <a:r>
              <a:rPr lang="ko-KR" altLang="en-US" b="1" dirty="0"/>
              <a:t>조 </a:t>
            </a:r>
            <a:r>
              <a:rPr lang="en-US" altLang="ko-KR" b="1" dirty="0"/>
              <a:t>Apex</a:t>
            </a:r>
          </a:p>
          <a:p>
            <a:r>
              <a:rPr lang="ko-KR" altLang="en-US" b="1" dirty="0"/>
              <a:t>선택 후 </a:t>
            </a:r>
            <a:r>
              <a:rPr lang="en-US" altLang="ko-KR" b="1" dirty="0"/>
              <a:t>Finish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잉크 7">
                <a:extLst>
                  <a:ext uri="{FF2B5EF4-FFF2-40B4-BE49-F238E27FC236}">
                    <a16:creationId xmlns:a16="http://schemas.microsoft.com/office/drawing/2014/main" id="{E7CE3978-FC1E-622C-6732-DFBD4D90678D}"/>
                  </a:ext>
                </a:extLst>
              </p14:cNvPr>
              <p14:cNvContentPartPr/>
              <p14:nvPr/>
            </p14:nvContentPartPr>
            <p14:xfrm>
              <a:off x="3052931" y="1550225"/>
              <a:ext cx="768240" cy="308160"/>
            </p14:xfrm>
          </p:contentPart>
        </mc:Choice>
        <mc:Fallback xmlns="">
          <p:pic>
            <p:nvPicPr>
              <p:cNvPr id="8" name="잉크 7">
                <a:extLst>
                  <a:ext uri="{FF2B5EF4-FFF2-40B4-BE49-F238E27FC236}">
                    <a16:creationId xmlns:a16="http://schemas.microsoft.com/office/drawing/2014/main" id="{E7CE3978-FC1E-622C-6732-DFBD4D90678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35291" y="1532225"/>
                <a:ext cx="803880" cy="34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3" name="잉크 12">
                <a:extLst>
                  <a:ext uri="{FF2B5EF4-FFF2-40B4-BE49-F238E27FC236}">
                    <a16:creationId xmlns:a16="http://schemas.microsoft.com/office/drawing/2014/main" id="{9C39B231-AE96-C664-E2DF-6C54DBEE49BC}"/>
                  </a:ext>
                </a:extLst>
              </p14:cNvPr>
              <p14:cNvContentPartPr/>
              <p14:nvPr/>
            </p14:nvContentPartPr>
            <p14:xfrm>
              <a:off x="2811731" y="898985"/>
              <a:ext cx="2923200" cy="15480"/>
            </p14:xfrm>
          </p:contentPart>
        </mc:Choice>
        <mc:Fallback xmlns="">
          <p:pic>
            <p:nvPicPr>
              <p:cNvPr id="13" name="잉크 12">
                <a:extLst>
                  <a:ext uri="{FF2B5EF4-FFF2-40B4-BE49-F238E27FC236}">
                    <a16:creationId xmlns:a16="http://schemas.microsoft.com/office/drawing/2014/main" id="{9C39B231-AE96-C664-E2DF-6C54DBEE49B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94091" y="881345"/>
                <a:ext cx="2958840" cy="51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895307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1E8D8-1877-921C-7185-4E9251E8D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9263845D-9DDC-0667-0B98-81436F085D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523" y="473472"/>
            <a:ext cx="10008174" cy="734435"/>
          </a:xfrm>
        </p:spPr>
        <p:txBody>
          <a:bodyPr>
            <a:normAutofit/>
          </a:bodyPr>
          <a:lstStyle/>
          <a:p>
            <a:r>
              <a:rPr lang="ko-KR" altLang="en-US" b="1" dirty="0"/>
              <a:t>이후 자유롭게 작업하시면 됩니다</a:t>
            </a:r>
            <a:r>
              <a:rPr lang="en-US" altLang="ko-KR" b="1" dirty="0"/>
              <a:t>. </a:t>
            </a:r>
            <a:r>
              <a:rPr lang="ko-KR" altLang="en-US" b="1" dirty="0"/>
              <a:t>수고하셨습니다</a:t>
            </a:r>
            <a:r>
              <a:rPr lang="en-US" altLang="ko-KR" b="1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A412AE-1B0B-D76E-A860-81C429817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092" y="1266463"/>
            <a:ext cx="4735104" cy="476437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6">
                <a:extLst>
                  <a:ext uri="{FF2B5EF4-FFF2-40B4-BE49-F238E27FC236}">
                    <a16:creationId xmlns:a16="http://schemas.microsoft.com/office/drawing/2014/main" id="{2A325EBE-D557-7268-721E-D2AA1877AAC8}"/>
                  </a:ext>
                </a:extLst>
              </p14:cNvPr>
              <p14:cNvContentPartPr/>
              <p14:nvPr/>
            </p14:nvContentPartPr>
            <p14:xfrm>
              <a:off x="3926518" y="1688938"/>
              <a:ext cx="569520" cy="191880"/>
            </p14:xfrm>
          </p:contentPart>
        </mc:Choice>
        <mc:Fallback xmlns="">
          <p:pic>
            <p:nvPicPr>
              <p:cNvPr id="7" name="잉크 6">
                <a:extLst>
                  <a:ext uri="{FF2B5EF4-FFF2-40B4-BE49-F238E27FC236}">
                    <a16:creationId xmlns:a16="http://schemas.microsoft.com/office/drawing/2014/main" id="{2A325EBE-D557-7268-721E-D2AA1877AAC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908518" y="1670938"/>
                <a:ext cx="605160" cy="22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잉크 8">
                <a:extLst>
                  <a:ext uri="{FF2B5EF4-FFF2-40B4-BE49-F238E27FC236}">
                    <a16:creationId xmlns:a16="http://schemas.microsoft.com/office/drawing/2014/main" id="{C716EFAA-6602-AE56-08DA-473FE3F21F8B}"/>
                  </a:ext>
                </a:extLst>
              </p14:cNvPr>
              <p14:cNvContentPartPr/>
              <p14:nvPr/>
            </p14:nvContentPartPr>
            <p14:xfrm>
              <a:off x="3964918" y="1412442"/>
              <a:ext cx="3715200" cy="55800"/>
            </p14:xfrm>
          </p:contentPart>
        </mc:Choice>
        <mc:Fallback xmlns="">
          <p:pic>
            <p:nvPicPr>
              <p:cNvPr id="9" name="잉크 8">
                <a:extLst>
                  <a:ext uri="{FF2B5EF4-FFF2-40B4-BE49-F238E27FC236}">
                    <a16:creationId xmlns:a16="http://schemas.microsoft.com/office/drawing/2014/main" id="{C716EFAA-6602-AE56-08DA-473FE3F21F8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946920" y="1394442"/>
                <a:ext cx="3750837" cy="9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잉크 10">
                <a:extLst>
                  <a:ext uri="{FF2B5EF4-FFF2-40B4-BE49-F238E27FC236}">
                    <a16:creationId xmlns:a16="http://schemas.microsoft.com/office/drawing/2014/main" id="{A008CC31-D3C0-DC91-A668-826211C455C8}"/>
                  </a:ext>
                </a:extLst>
              </p14:cNvPr>
              <p14:cNvContentPartPr/>
              <p14:nvPr/>
            </p14:nvContentPartPr>
            <p14:xfrm>
              <a:off x="4893718" y="3242183"/>
              <a:ext cx="928800" cy="292680"/>
            </p14:xfrm>
          </p:contentPart>
        </mc:Choice>
        <mc:Fallback xmlns="">
          <p:pic>
            <p:nvPicPr>
              <p:cNvPr id="11" name="잉크 10">
                <a:extLst>
                  <a:ext uri="{FF2B5EF4-FFF2-40B4-BE49-F238E27FC236}">
                    <a16:creationId xmlns:a16="http://schemas.microsoft.com/office/drawing/2014/main" id="{A008CC31-D3C0-DC91-A668-826211C455C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875718" y="3224183"/>
                <a:ext cx="964440" cy="32832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6575055-07EB-7F06-367C-7FFA27DC2A5B}"/>
              </a:ext>
            </a:extLst>
          </p:cNvPr>
          <p:cNvSpPr txBox="1"/>
          <p:nvPr/>
        </p:nvSpPr>
        <p:spPr>
          <a:xfrm>
            <a:off x="2932228" y="6199862"/>
            <a:ext cx="5852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p.s. </a:t>
            </a:r>
            <a:r>
              <a:rPr lang="en-US" altLang="ko-KR" dirty="0" err="1"/>
              <a:t>vscode</a:t>
            </a:r>
            <a:r>
              <a:rPr lang="ko-KR" altLang="en-US" dirty="0"/>
              <a:t>로도 작업 가능</a:t>
            </a:r>
            <a:r>
              <a:rPr lang="en-US" altLang="ko-KR" dirty="0"/>
              <a:t>. (</a:t>
            </a:r>
            <a:r>
              <a:rPr lang="ko-KR" altLang="en-US" dirty="0"/>
              <a:t>서버는 이클립스 </a:t>
            </a:r>
            <a:r>
              <a:rPr lang="ko-KR" altLang="en-US" dirty="0" err="1"/>
              <a:t>톰캣으로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15BA2E3-E712-DBEA-1F20-20599583A89B}"/>
              </a:ext>
            </a:extLst>
          </p:cNvPr>
          <p:cNvCxnSpPr/>
          <p:nvPr/>
        </p:nvCxnSpPr>
        <p:spPr>
          <a:xfrm>
            <a:off x="506994" y="1013988"/>
            <a:ext cx="11144816" cy="0"/>
          </a:xfrm>
          <a:prstGeom prst="line">
            <a:avLst/>
          </a:prstGeom>
          <a:ln w="3810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3355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E170C-00D2-F6B5-F448-088D60FCE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20050C2B-D3E8-3AFF-8CA7-DF611596F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27" y="-11207"/>
            <a:ext cx="10917945" cy="6869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8703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53ADF-06C5-F3F4-F325-A583ED830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37F9F7E-66AF-14F0-F20D-5D5628F6B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7461" y="1805985"/>
            <a:ext cx="4495800" cy="3381375"/>
          </a:xfrm>
          <a:prstGeom prst="rect">
            <a:avLst/>
          </a:prstGeom>
        </p:spPr>
      </p:pic>
      <p:sp>
        <p:nvSpPr>
          <p:cNvPr id="6" name="부제목 2">
            <a:extLst>
              <a:ext uri="{FF2B5EF4-FFF2-40B4-BE49-F238E27FC236}">
                <a16:creationId xmlns:a16="http://schemas.microsoft.com/office/drawing/2014/main" id="{3DF79D3C-211C-703E-3014-405841BF6DA7}"/>
              </a:ext>
            </a:extLst>
          </p:cNvPr>
          <p:cNvSpPr txBox="1">
            <a:spLocks/>
          </p:cNvSpPr>
          <p:nvPr/>
        </p:nvSpPr>
        <p:spPr>
          <a:xfrm>
            <a:off x="831274" y="1126806"/>
            <a:ext cx="10008174" cy="36721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b="1" dirty="0"/>
              <a:t>P.S.2 target </a:t>
            </a:r>
            <a:r>
              <a:rPr lang="ko-KR" altLang="en-US" b="1" dirty="0"/>
              <a:t>폴더들 안 보이게 하기</a:t>
            </a:r>
            <a:endParaRPr lang="en-US" altLang="ko-KR" b="1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6">
                <a:extLst>
                  <a:ext uri="{FF2B5EF4-FFF2-40B4-BE49-F238E27FC236}">
                    <a16:creationId xmlns:a16="http://schemas.microsoft.com/office/drawing/2014/main" id="{AB9E1942-B90D-90E8-9807-CADB9694D62C}"/>
                  </a:ext>
                </a:extLst>
              </p14:cNvPr>
              <p14:cNvContentPartPr/>
              <p14:nvPr/>
            </p14:nvContentPartPr>
            <p14:xfrm>
              <a:off x="6887623" y="1768727"/>
              <a:ext cx="311760" cy="256320"/>
            </p14:xfrm>
          </p:contentPart>
        </mc:Choice>
        <mc:Fallback xmlns="">
          <p:pic>
            <p:nvPicPr>
              <p:cNvPr id="7" name="잉크 6">
                <a:extLst>
                  <a:ext uri="{FF2B5EF4-FFF2-40B4-BE49-F238E27FC236}">
                    <a16:creationId xmlns:a16="http://schemas.microsoft.com/office/drawing/2014/main" id="{AB9E1942-B90D-90E8-9807-CADB9694D62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69623" y="1750727"/>
                <a:ext cx="347400" cy="29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잉크 8">
                <a:extLst>
                  <a:ext uri="{FF2B5EF4-FFF2-40B4-BE49-F238E27FC236}">
                    <a16:creationId xmlns:a16="http://schemas.microsoft.com/office/drawing/2014/main" id="{F6DB3FF1-2826-F727-7CEF-6CCD17926BC3}"/>
                  </a:ext>
                </a:extLst>
              </p14:cNvPr>
              <p14:cNvContentPartPr/>
              <p14:nvPr/>
            </p14:nvContentPartPr>
            <p14:xfrm>
              <a:off x="7043503" y="2062305"/>
              <a:ext cx="406800" cy="295200"/>
            </p14:xfrm>
          </p:contentPart>
        </mc:Choice>
        <mc:Fallback xmlns="">
          <p:pic>
            <p:nvPicPr>
              <p:cNvPr id="9" name="잉크 8">
                <a:extLst>
                  <a:ext uri="{FF2B5EF4-FFF2-40B4-BE49-F238E27FC236}">
                    <a16:creationId xmlns:a16="http://schemas.microsoft.com/office/drawing/2014/main" id="{F6DB3FF1-2826-F727-7CEF-6CCD17926BC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025503" y="2044305"/>
                <a:ext cx="442440" cy="33084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1933D9B3-7FED-0FFC-15C7-E601AEA4C2AD}"/>
              </a:ext>
            </a:extLst>
          </p:cNvPr>
          <p:cNvSpPr txBox="1"/>
          <p:nvPr/>
        </p:nvSpPr>
        <p:spPr>
          <a:xfrm>
            <a:off x="7430244" y="224449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클릭</a:t>
            </a:r>
          </a:p>
        </p:txBody>
      </p:sp>
    </p:spTree>
    <p:extLst>
      <p:ext uri="{BB962C8B-B14F-4D97-AF65-F5344CB8AC3E}">
        <p14:creationId xmlns:p14="http://schemas.microsoft.com/office/powerpoint/2010/main" val="2601230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290C7-83BA-65F3-97FC-16FF1892F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4CC771E-7C25-9E5D-8200-B09160A16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143" y="456796"/>
            <a:ext cx="4572000" cy="44577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8" name="잉크 7">
                <a:extLst>
                  <a:ext uri="{FF2B5EF4-FFF2-40B4-BE49-F238E27FC236}">
                    <a16:creationId xmlns:a16="http://schemas.microsoft.com/office/drawing/2014/main" id="{F2A3B369-4432-9AC4-ABA0-7040973F1FB6}"/>
                  </a:ext>
                </a:extLst>
              </p14:cNvPr>
              <p14:cNvContentPartPr/>
              <p14:nvPr/>
            </p14:nvContentPartPr>
            <p14:xfrm>
              <a:off x="1844956" y="794556"/>
              <a:ext cx="646200" cy="339840"/>
            </p14:xfrm>
          </p:contentPart>
        </mc:Choice>
        <mc:Fallback xmlns="">
          <p:pic>
            <p:nvPicPr>
              <p:cNvPr id="8" name="잉크 7">
                <a:extLst>
                  <a:ext uri="{FF2B5EF4-FFF2-40B4-BE49-F238E27FC236}">
                    <a16:creationId xmlns:a16="http://schemas.microsoft.com/office/drawing/2014/main" id="{F2A3B369-4432-9AC4-ABA0-7040973F1FB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26946" y="776556"/>
                <a:ext cx="681860" cy="37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잉크 9">
                <a:extLst>
                  <a:ext uri="{FF2B5EF4-FFF2-40B4-BE49-F238E27FC236}">
                    <a16:creationId xmlns:a16="http://schemas.microsoft.com/office/drawing/2014/main" id="{75FFED71-E49F-AF72-F5EC-9A04FF84BFE0}"/>
                  </a:ext>
                </a:extLst>
              </p14:cNvPr>
              <p14:cNvContentPartPr/>
              <p14:nvPr/>
            </p14:nvContentPartPr>
            <p14:xfrm>
              <a:off x="4443038" y="1428569"/>
              <a:ext cx="474840" cy="370080"/>
            </p14:xfrm>
          </p:contentPart>
        </mc:Choice>
        <mc:Fallback xmlns="">
          <p:pic>
            <p:nvPicPr>
              <p:cNvPr id="10" name="잉크 9">
                <a:extLst>
                  <a:ext uri="{FF2B5EF4-FFF2-40B4-BE49-F238E27FC236}">
                    <a16:creationId xmlns:a16="http://schemas.microsoft.com/office/drawing/2014/main" id="{75FFED71-E49F-AF72-F5EC-9A04FF84BFE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25038" y="1410569"/>
                <a:ext cx="510480" cy="405720"/>
              </a:xfrm>
              <a:prstGeom prst="rect">
                <a:avLst/>
              </a:prstGeom>
            </p:spPr>
          </p:pic>
        </mc:Fallback>
      </mc:AlternateContent>
      <p:pic>
        <p:nvPicPr>
          <p:cNvPr id="2" name="그림 1">
            <a:extLst>
              <a:ext uri="{FF2B5EF4-FFF2-40B4-BE49-F238E27FC236}">
                <a16:creationId xmlns:a16="http://schemas.microsoft.com/office/drawing/2014/main" id="{51971F72-F634-C35A-0A93-6B7BBC978A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2344" y="456796"/>
            <a:ext cx="4572000" cy="44577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61E41A-8D02-3950-ECFB-1FE50FD4D710}"/>
              </a:ext>
            </a:extLst>
          </p:cNvPr>
          <p:cNvSpPr txBox="1"/>
          <p:nvPr/>
        </p:nvSpPr>
        <p:spPr>
          <a:xfrm>
            <a:off x="7334054" y="5068972"/>
            <a:ext cx="230396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dirty="0"/>
              <a:t>1. target* </a:t>
            </a:r>
            <a:r>
              <a:rPr lang="ko-KR" altLang="en-US" sz="2400" b="1" dirty="0"/>
              <a:t>입력</a:t>
            </a:r>
            <a:br>
              <a:rPr lang="en-US" altLang="ko-KR" sz="2400" b="1" dirty="0"/>
            </a:br>
            <a:r>
              <a:rPr lang="en-US" altLang="ko-KR" sz="2400" b="1" dirty="0"/>
              <a:t>2. </a:t>
            </a:r>
            <a:r>
              <a:rPr lang="ko-KR" altLang="en-US" sz="2400" b="1" dirty="0"/>
              <a:t>체크</a:t>
            </a:r>
            <a:endParaRPr lang="en-US" altLang="ko-KR" sz="2400" b="1" dirty="0"/>
          </a:p>
          <a:p>
            <a:r>
              <a:rPr lang="en-US" altLang="ko-KR" sz="2400" b="1" dirty="0"/>
              <a:t>3. OK</a:t>
            </a:r>
            <a:endParaRPr lang="ko-KR" alt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676096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75</Words>
  <Application>Microsoft Office PowerPoint</Application>
  <PresentationFormat>와이드스크린</PresentationFormat>
  <Paragraphs>12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9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pc07-00</dc:creator>
  <cp:lastModifiedBy>pc07-00</cp:lastModifiedBy>
  <cp:revision>14</cp:revision>
  <dcterms:created xsi:type="dcterms:W3CDTF">2025-11-20T04:57:02Z</dcterms:created>
  <dcterms:modified xsi:type="dcterms:W3CDTF">2025-11-20T08:10:46Z</dcterms:modified>
</cp:coreProperties>
</file>