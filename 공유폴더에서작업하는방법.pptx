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4:57:42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5645 0 24575,'-2'5'0,"-1"-1"0,0 0 0,0 1 0,0-1 0,-1-1 0,1 1 0,-1-1 0,0 1 0,0-1 0,0 0 0,-1 0 0,-5 2 0,-63 23 0,55-22 0,-80 22 0,-1-5 0,-1-3 0,-150 9 0,-312-14 0,532-15 0,-3036-5 0,2934-2 0,-256-46 0,263 31 0,0 4 0,-160-1 0,86 21-1365,157-1-5461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0:02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563 196 24575,'0'-2'0,"1"-1"0,-1 1 0,1 0 0,0-1 0,0 1 0,0 0 0,0 0 0,0 0 0,0-1 0,1 1 0,-1 1 0,1-1 0,-1 0 0,1 0 0,0 1 0,0-1 0,0 0 0,0 1 0,0 0 0,0 0 0,0-1 0,0 1 0,4-1 0,56-18 0,73-10 0,187-38 0,-236 54 0,158-4 0,-198 17 0,132 6 0,-158-2 0,-1 0 0,1 1 0,-1 1 0,0 1 0,0 0 0,-1 2 0,18 9 0,-11-3 0,0 1 0,-1 2 0,32 27 0,-47-36 0,0 1 0,-1 0 0,0 0 0,-1 1 0,0-1 0,0 2 0,-1-1 0,0 1 0,-1 0 0,8 23 0,14 60 0,16 70 0,-41-159 0,-1 1 0,0 0 0,-1 0 0,0 0 0,0 0 0,0-1 0,0 1 0,-1 0 0,0 0 0,0 0 0,-1-1 0,1 1 0,-1 0 0,-1-1 0,1 0 0,-1 1 0,-6 8 0,3-6 0,-1 0 0,-1-1 0,1 0 0,-1 0 0,-1-1 0,1 0 0,-1-1 0,0 1 0,-14 4 0,-60 32 0,-57 24 0,121-59 0,0-1 0,0-1 0,0-1 0,-1-1 0,0 0 0,-19-1 0,-613-7 0,449-2 0,-231-37 0,413 41 0,-14-1 0,1-1 0,0-2 0,-63-22 0,90 26 0,0 0 0,-1 0 0,2 0 0,-1-1 0,0 0 0,1 0 0,0-1 0,0 0 0,0 0 0,0 0 0,1-1 0,0 0 0,0 0 0,1 0 0,-1-1 0,1 1 0,1-1 0,-1 0 0,1 0 0,0 0 0,1-1 0,0 1 0,-2-13 0,2-2 0,0 1 0,2-1 0,1 1 0,0 0 0,1-1 0,2 1 0,7-28 0,-8 40 0,0 0 0,1 0 0,-1 0 0,2 0 0,-1 0 0,1 1 0,1 0 0,-1 0 0,1 1 0,1-1 0,-1 1 0,1 0 0,1 1 0,-1 0 0,1 0 0,0 1 0,0 0 0,13-6 0,4 3 0,-1 1 0,1 1 0,1 1 0,-1 1 0,31-1 0,54-8 0,-54 4-455,1 3 0,59 2 0,-98 4-6371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0:17.9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 24575,'5243'0'0,"-5187"-3"0,85-14 0,42-3 0,628 18 0,-388 4 0,805-2-1365,-1195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6:25.3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234 154 24575,'0'-2'0,"0"0"0,0 0 0,0 0 0,1 0 0,-1 1 0,1-1 0,0 0 0,-1 0 0,1 0 0,0 1 0,0-1 0,0 0 0,0 1 0,0-1 0,1 1 0,-1-1 0,0 1 0,1-1 0,-1 1 0,1 0 0,-1 0 0,1 0 0,0 0 0,-1 0 0,1 0 0,0 0 0,0 1 0,-1-1 0,1 1 0,3-1 0,7-2 0,0 1 0,0 1 0,24 0 0,-18 1 0,30-2 0,-5 2 0,-1-3 0,1-1 0,-1-2 0,55-15 0,81-29 0,-146 44 0,-1 1 0,2 1 0,55 1 0,-64 4 0,1-1 0,-1 1 0,24 5 0,-38-4 0,-1 1 0,0 0 0,0 0 0,0 1 0,0 0 0,0 0 0,-1 1 0,11 8 0,197 130 0,-207-137 0,3 2 0,0 0 0,0 1 0,-1 0 0,-1 1 0,19 21 0,-27-29 0,0 0 0,-1 0 0,1 0 0,0 0 0,-1 0 0,0 1 0,1-1 0,-1 0 0,0 1 0,0-1 0,-1 1 0,1-1 0,0 1 0,-1-1 0,1 1 0,-1-1 0,0 1 0,0 0 0,0-1 0,0 1 0,0-1 0,-1 1 0,1 0 0,-1-1 0,0 1 0,0-1 0,0 1 0,0-1 0,0 0 0,0 1 0,0-1 0,-1 0 0,1 0 0,-1 0 0,0 0 0,0 0 0,0 0 0,-3 2 0,-17 11 0,0-2 0,-1 0 0,0-2 0,-29 10 0,-81 24 0,118-39 0,1-1 0,-1-1 0,0 0 0,0-1 0,0 0 0,-23 0 0,-98-5 0,53-1 0,-16 1 0,-125 4 0,142 10 0,53-7 0,-46 3 0,-261-9 0,332 2 0,1-1 0,-1 0 0,0-1 0,0 1 0,1 0 0,-1-1 0,0 0 0,1 0 0,-1 0 0,0-1 0,1 1 0,0-1 0,-1 0 0,1 0 0,0 0 0,0 0 0,-5-5 0,5 3 0,0 0 0,1 0 0,0 0 0,0 0 0,0 0 0,0 0 0,1-1 0,0 1 0,0-1 0,0 0 0,0 1 0,1-1 0,-1 1 0,2-7 0,-2 1 0,2-1 0,-1 1 0,1-1 0,1 1 0,0 0 0,0 0 0,1 0 0,0 0 0,1 0 0,6-12 0,-2 9 0,0 1 0,1 1 0,1 0 0,-1 0 0,2 1 0,20-17 0,0 3-1365,-4 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6:30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24575,'1229'35'0,"-462"2"0,-542-30 0,102 16 0,125 2 0,427-6 0,69-11 0,-551-11 0,4671 3-1365,-5040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5:06:41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79 24575,'7'-5'0,"1"1"0,0 0 0,1 1 0,-1 0 0,1 0 0,-1 1 0,1 0 0,0 0 0,16 0 0,5-3 0,24-3 0,0 2 0,79 1 0,-67 4 0,71-10 0,-36 1 0,199 7 0,-145 6 0,557-3 0,-664 2 0,48 9 0,25 1 0,-75-11 0,-33-2 0,0 0 0,0 2 0,0 0 0,0 0 0,0 1 0,0 0 0,0 2 0,0-1 0,20 10 0,63 29 0,-65-31 0,47 26 0,-73-34 0,0 1 0,-1 0 0,1 0 0,-1 0 0,0 0 0,0 1 0,0-1 0,0 1 0,-1 0 0,0 0 0,0 1 0,0-1 0,-1 1 0,0-1 0,0 1 0,0 0 0,-1 0 0,0-1 0,1 10 0,0 13 0,-1 0 0,-1 0 0,-5 30 0,1 8 0,4-40 0,1-11 0,-1 1 0,-1-1 0,-1 0 0,-5 26 0,6-37 0,0 0 0,-1 0 0,1-1 0,-1 1 0,0 0 0,0-1 0,0 0 0,0 1 0,-1-1 0,0 0 0,1 0 0,-1 0 0,0-1 0,0 1 0,-1-1 0,1 1 0,0-1 0,-1 0 0,1 0 0,-1-1 0,0 1 0,-7 1 0,-20 3 0,-1-2 0,1-2 0,-1 0 0,1-3 0,-42-4 0,-21 0 0,46 7 0,1 3 0,0 1 0,-91 26 0,115-26 0,-44 16 0,53-16 0,0-1 0,0 0 0,-1-1 0,0-1 0,1 0 0,-16 0 0,-33-2 0,33-1 0,0 1 0,-1 1 0,1 1 0,-34 9 0,19-1 0,0-2 0,-1-3 0,-54 2 0,-141-9 0,88-2 0,-438 3 0,580 0 0,1 0 0,-1-1 0,1-1 0,0 0 0,-1 0 0,1-1 0,0 0 0,0 0 0,1-1 0,-1-1 0,1 0 0,-17-11 0,20 11 0,0 0 0,1 0 0,0 0 0,0-1 0,0 0 0,1 0 0,0 0 0,0 0 0,0-1 0,1 1 0,0-1 0,0 0 0,1 0 0,0 0 0,0 0 0,1-1 0,0 1 0,-1-14 0,4-250 128,1 86-1621,-3 159-5333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760F5-28F9-4A81-B138-2578980818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1A0B11-4A32-AC06-96AE-2D9EA2CE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D18C8-9061-7B9D-3612-65CEE8A8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2026E-834E-23B8-6174-13F7E3A9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5B73A6-DA50-7829-9FE9-7BA1BB93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14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32930-8750-8343-50F2-3227C053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C419F2-0F92-0758-BE6B-FB3093EC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F7E20B-DCC0-754C-DC5A-C0459CF7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083A0-1C95-BEA3-5FF1-AC21EF37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E69069-E203-E37F-6FD4-F4DAA754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87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CE6A0-87E3-847A-BCB4-8B13A0F7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C2E376-8105-6BAA-5EF3-F84AAC2B2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E14DF-3D60-9709-A823-64529313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681D91-DE02-A96C-4BC0-E0DA8BC1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1C26E-79AF-6B3E-21AB-FFB6C6B6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14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DE8B3-EDDC-BEC3-8ADD-4C1263CF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7E690-7839-646C-C648-603F0F18F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F8C9D8-93C0-E141-BA50-92F303F7B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632E0-29D2-161B-D738-F3879F09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DD1986-41A2-18D8-428F-2C0A6394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BD1FF7-5B70-BB23-0FF2-03710F5F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56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46355-E58C-ED52-BD6C-CF74E878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ABA2D5-5F63-4189-266E-E935F69C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9BD3ED-B0F7-2311-C9FF-9A5616DA9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EBF728-49A5-F063-1A20-7055F813C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B17D41-411D-C302-1452-60108E43B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14CF74-7443-E945-3CC9-E2A06AD9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C01977-7219-C1B7-6DD2-C63B2243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0E5508-2CEE-185B-BF3F-D61F6435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48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86803-0FA5-90AE-46BF-C291C2AA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11FCB0-7867-665A-1B8A-19D2C47B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8E561F-3118-B5BE-16F9-9BCAA0C5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909AE8F-DBF2-C4B7-6F1C-101D1C8A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99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31590-5650-EB62-CE6F-2199039B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BCE86B-8FD9-454B-552F-602303CAF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930A2-C8CA-5E9E-D8D2-67C16D3B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11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16736-D865-DD61-9546-2DD9DE323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EA9F6-AA42-7218-AF64-76D3A6146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0E20AB-93B3-5C18-18C9-A669C68BC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2B82BE-7C64-14AA-2B11-95ECD263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1DD77B-1FF6-9A3D-F67C-EC17AA64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CA9517-0A0E-80F6-1501-EB99303B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726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0FEA7-25F6-9DBA-D6E4-9418BD5F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004BCF-FFEE-FD55-AC02-DA89AF357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4B98B1-BDED-CBF7-885B-A7C81CD49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8DBCA3-205B-776F-3D9E-7DE07333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BDB9CA-1C82-8975-73DB-7F653413D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0CF7F-3F5D-B1AA-1063-4B0FD76C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579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6598-4938-3D7C-36BD-F3CEADFA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A91813-4FE5-3A54-286C-2A6CFA08B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B38B15-8F0D-957C-E604-8239729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98A61-A48F-B7A7-E7F8-9717509C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7AEC70-D3F2-14EF-830D-F4E6B4BA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99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8A33CD6-999B-3419-ED7E-945E0E64A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0CD6E7-A9D1-936A-F889-65065A4F9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0D686B-22C2-D23A-4029-90E54BB7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E6E2BA-0B1B-41BA-4FD0-E321E6BF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A98506-FD82-4D0E-4C9C-E274322B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46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62C84F-56FC-8DC8-CFA8-7DAE2CDB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050118-2AC9-3C8E-71D6-0830486D4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6367B-CE06-55FA-93C2-4B1B766F3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CF6FB-5D41-4019-9BCA-062B74D390A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3BB84-7498-D494-3673-3A9A8E0DF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79A7E7-D567-5BD5-8A0D-21B3BB54DB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57569-C312-45FF-921C-1526D9D4C6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9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71A4BDC8-6436-329C-C262-F29151ADB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599" y="5751513"/>
            <a:ext cx="6747164" cy="734435"/>
          </a:xfrm>
        </p:spPr>
        <p:txBody>
          <a:bodyPr/>
          <a:lstStyle/>
          <a:p>
            <a:r>
              <a:rPr lang="en-US" altLang="ko-KR" b="1" dirty="0"/>
              <a:t>Import-Existing Projects into Workspace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A27750-DF20-46DB-DFCE-3A8B8866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362" y="455035"/>
            <a:ext cx="4867275" cy="51720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20AA053-BD19-6F79-1B34-363460872FA5}"/>
                  </a:ext>
                </a:extLst>
              </p14:cNvPr>
              <p14:cNvContentPartPr/>
              <p14:nvPr/>
            </p14:nvContentPartPr>
            <p14:xfrm>
              <a:off x="4137558" y="2434678"/>
              <a:ext cx="2032560" cy="716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20AA053-BD19-6F79-1B34-363460872F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9555" y="2416768"/>
                <a:ext cx="2068206" cy="107102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83D2388-D65D-19F5-29DB-17F9EF9BCF77}"/>
              </a:ext>
            </a:extLst>
          </p:cNvPr>
          <p:cNvSpPr txBox="1"/>
          <p:nvPr/>
        </p:nvSpPr>
        <p:spPr>
          <a:xfrm>
            <a:off x="0" y="5195400"/>
            <a:ext cx="34134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본인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Workspace</a:t>
            </a:r>
            <a:r>
              <a:rPr lang="ko-KR" altLang="en-US" dirty="0"/>
              <a:t>에서</a:t>
            </a:r>
            <a:endParaRPr lang="en-US" altLang="ko-KR" dirty="0"/>
          </a:p>
          <a:p>
            <a:r>
              <a:rPr lang="ko-KR" altLang="en-US" dirty="0"/>
              <a:t>기존 프로젝트 삭제하시거나</a:t>
            </a:r>
            <a:endParaRPr lang="en-US" altLang="ko-KR" dirty="0"/>
          </a:p>
          <a:p>
            <a:r>
              <a:rPr lang="ko-KR" altLang="en-US" dirty="0"/>
              <a:t>아니면 새 </a:t>
            </a:r>
            <a:r>
              <a:rPr lang="en-US" altLang="ko-KR" dirty="0"/>
              <a:t>Workspace </a:t>
            </a:r>
            <a:r>
              <a:rPr lang="ko-KR" altLang="en-US" dirty="0"/>
              <a:t>만드시고</a:t>
            </a:r>
          </a:p>
        </p:txBody>
      </p:sp>
    </p:spTree>
    <p:extLst>
      <p:ext uri="{BB962C8B-B14F-4D97-AF65-F5344CB8AC3E}">
        <p14:creationId xmlns:p14="http://schemas.microsoft.com/office/powerpoint/2010/main" val="11322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1B6A-9CEC-FB89-C714-1EE13EE3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E78A7B9-CF38-B032-2961-03DDABFC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002" y="372052"/>
            <a:ext cx="9010650" cy="5076825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B7A7EADE-4DF1-E2DE-FEDA-E19C3750F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274" y="5751513"/>
            <a:ext cx="10008174" cy="73443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b="1" dirty="0"/>
              <a:t>Z:\{ </a:t>
            </a:r>
            <a:r>
              <a:rPr lang="ko-KR" altLang="en-US" b="1" dirty="0"/>
              <a:t>프로젝트 기반 </a:t>
            </a:r>
            <a:r>
              <a:rPr lang="ko-KR" altLang="en-US" b="1" dirty="0" err="1"/>
              <a:t>풀스택</a:t>
            </a:r>
            <a:r>
              <a:rPr lang="ko-KR" altLang="en-US" b="1" dirty="0"/>
              <a:t> 개발자 양성 과정 </a:t>
            </a:r>
            <a:r>
              <a:rPr lang="en-US" altLang="ko-KR" b="1" dirty="0"/>
              <a:t>}\A</a:t>
            </a:r>
            <a:r>
              <a:rPr lang="ko-KR" altLang="en-US" b="1" dirty="0"/>
              <a:t>조 </a:t>
            </a:r>
            <a:r>
              <a:rPr lang="en-US" altLang="ko-KR" b="1" dirty="0"/>
              <a:t>Apex</a:t>
            </a:r>
          </a:p>
          <a:p>
            <a:r>
              <a:rPr lang="ko-KR" altLang="en-US" b="1" dirty="0"/>
              <a:t>선택 후 </a:t>
            </a:r>
            <a:r>
              <a:rPr lang="en-US" altLang="ko-KR" b="1" dirty="0"/>
              <a:t>Finish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7CE3978-FC1E-622C-6732-DFBD4D90678D}"/>
                  </a:ext>
                </a:extLst>
              </p14:cNvPr>
              <p14:cNvContentPartPr/>
              <p14:nvPr/>
            </p14:nvContentPartPr>
            <p14:xfrm>
              <a:off x="3052931" y="1550225"/>
              <a:ext cx="768240" cy="3081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7CE3978-FC1E-622C-6732-DFBD4D9067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5291" y="1532225"/>
                <a:ext cx="8038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9C39B231-AE96-C664-E2DF-6C54DBEE49BC}"/>
                  </a:ext>
                </a:extLst>
              </p14:cNvPr>
              <p14:cNvContentPartPr/>
              <p14:nvPr/>
            </p14:nvContentPartPr>
            <p14:xfrm>
              <a:off x="2811731" y="898985"/>
              <a:ext cx="2923200" cy="1548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9C39B231-AE96-C664-E2DF-6C54DBEE49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4091" y="881345"/>
                <a:ext cx="2958840" cy="5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953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E8D8-1877-921C-7185-4E9251E8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9263845D-9DDC-0667-0B98-81436F085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523" y="473472"/>
            <a:ext cx="10008174" cy="734435"/>
          </a:xfrm>
        </p:spPr>
        <p:txBody>
          <a:bodyPr>
            <a:normAutofit/>
          </a:bodyPr>
          <a:lstStyle/>
          <a:p>
            <a:r>
              <a:rPr lang="ko-KR" altLang="en-US" b="1" dirty="0"/>
              <a:t>이후 자유롭게 작업하시면 됩니다</a:t>
            </a:r>
            <a:r>
              <a:rPr lang="en-US" altLang="ko-KR" b="1" dirty="0"/>
              <a:t>. </a:t>
            </a:r>
            <a:r>
              <a:rPr lang="ko-KR" altLang="en-US" b="1" dirty="0"/>
              <a:t>수고하셨습니다</a:t>
            </a:r>
            <a:r>
              <a:rPr lang="en-US" altLang="ko-KR" b="1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A412AE-1B0B-D76E-A860-81C429817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92" y="1266463"/>
            <a:ext cx="4735104" cy="47643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A325EBE-D557-7268-721E-D2AA1877AAC8}"/>
                  </a:ext>
                </a:extLst>
              </p14:cNvPr>
              <p14:cNvContentPartPr/>
              <p14:nvPr/>
            </p14:nvContentPartPr>
            <p14:xfrm>
              <a:off x="3926518" y="1688938"/>
              <a:ext cx="569520" cy="1918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A325EBE-D557-7268-721E-D2AA1877AA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8518" y="1670938"/>
                <a:ext cx="6051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716EFAA-6602-AE56-08DA-473FE3F21F8B}"/>
                  </a:ext>
                </a:extLst>
              </p14:cNvPr>
              <p14:cNvContentPartPr/>
              <p14:nvPr/>
            </p14:nvContentPartPr>
            <p14:xfrm>
              <a:off x="3964918" y="1412442"/>
              <a:ext cx="3715200" cy="558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716EFAA-6602-AE56-08DA-473FE3F21F8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46920" y="1394442"/>
                <a:ext cx="3750837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008CC31-D3C0-DC91-A668-826211C455C8}"/>
                  </a:ext>
                </a:extLst>
              </p14:cNvPr>
              <p14:cNvContentPartPr/>
              <p14:nvPr/>
            </p14:nvContentPartPr>
            <p14:xfrm>
              <a:off x="4893718" y="3242183"/>
              <a:ext cx="928800" cy="2926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008CC31-D3C0-DC91-A668-826211C455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75718" y="3224183"/>
                <a:ext cx="964440" cy="3283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6575055-07EB-7F06-367C-7FFA27DC2A5B}"/>
              </a:ext>
            </a:extLst>
          </p:cNvPr>
          <p:cNvSpPr txBox="1"/>
          <p:nvPr/>
        </p:nvSpPr>
        <p:spPr>
          <a:xfrm>
            <a:off x="2932228" y="6199862"/>
            <a:ext cx="585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p.s. </a:t>
            </a:r>
            <a:r>
              <a:rPr lang="en-US" altLang="ko-KR" dirty="0" err="1"/>
              <a:t>vscode</a:t>
            </a:r>
            <a:r>
              <a:rPr lang="ko-KR" altLang="en-US" dirty="0"/>
              <a:t>로도 작업 가능</a:t>
            </a:r>
            <a:r>
              <a:rPr lang="en-US" altLang="ko-KR" dirty="0"/>
              <a:t>. (</a:t>
            </a:r>
            <a:r>
              <a:rPr lang="ko-KR" altLang="en-US" dirty="0"/>
              <a:t>서버는 이클립스 </a:t>
            </a:r>
            <a:r>
              <a:rPr lang="ko-KR" altLang="en-US" dirty="0" err="1"/>
              <a:t>톰캣으로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15BA2E3-E712-DBEA-1F20-20599583A89B}"/>
              </a:ext>
            </a:extLst>
          </p:cNvPr>
          <p:cNvCxnSpPr/>
          <p:nvPr/>
        </p:nvCxnSpPr>
        <p:spPr>
          <a:xfrm>
            <a:off x="506994" y="1013988"/>
            <a:ext cx="11144816" cy="0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33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170C-00D2-F6B5-F448-088D60FCE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050C2B-D3E8-3AFF-8CA7-DF611596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27" y="-11207"/>
            <a:ext cx="10917945" cy="686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52</Words>
  <Application>Microsoft Office PowerPoint</Application>
  <PresentationFormat>와이드스크린</PresentationFormat>
  <Paragraphs>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pc07-00</dc:creator>
  <cp:lastModifiedBy>pc07-00</cp:lastModifiedBy>
  <cp:revision>15</cp:revision>
  <dcterms:created xsi:type="dcterms:W3CDTF">2025-11-20T04:57:02Z</dcterms:created>
  <dcterms:modified xsi:type="dcterms:W3CDTF">2025-11-21T02:47:41Z</dcterms:modified>
</cp:coreProperties>
</file>