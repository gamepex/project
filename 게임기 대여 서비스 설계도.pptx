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8" r:id="rId2"/>
    <p:sldId id="261" r:id="rId3"/>
    <p:sldId id="260" r:id="rId4"/>
    <p:sldId id="262" r:id="rId5"/>
    <p:sldId id="264" r:id="rId6"/>
    <p:sldId id="263" r:id="rId7"/>
    <p:sldId id="265" r:id="rId8"/>
    <p:sldId id="266" r:id="rId9"/>
    <p:sldId id="267" r:id="rId10"/>
    <p:sldId id="268" r:id="rId11"/>
    <p:sldId id="269" r:id="rId12"/>
    <p:sldId id="25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B592A3-BFEA-4507-8902-14584699E311}">
          <p14:sldIdLst>
            <p14:sldId id="258"/>
          </p14:sldIdLst>
        </p14:section>
        <p14:section name="관리자 테이블" id="{40C06E2F-1D5A-4F23-AD50-6E67DD245942}">
          <p14:sldIdLst>
            <p14:sldId id="261"/>
          </p14:sldIdLst>
        </p14:section>
        <p14:section name="게임 단말기 테이블" id="{DC076B35-D081-4BE6-8E47-1A215BF60896}">
          <p14:sldIdLst>
            <p14:sldId id="260"/>
          </p14:sldIdLst>
        </p14:section>
        <p14:section name="게임 타이틀 테이블" id="{78185D04-6549-47EC-81FB-112B509506BC}">
          <p14:sldIdLst>
            <p14:sldId id="262"/>
          </p14:sldIdLst>
        </p14:section>
        <p14:section name="회원 테이블" id="{3B17231B-6BBC-47A1-B706-A1CF3D121D4F}">
          <p14:sldIdLst>
            <p14:sldId id="264"/>
          </p14:sldIdLst>
        </p14:section>
        <p14:section name="우편번호 테이블" id="{E8F8EDC2-8780-4B18-8113-A2A096032984}">
          <p14:sldIdLst>
            <p14:sldId id="263"/>
          </p14:sldIdLst>
        </p14:section>
        <p14:section name="게임기 대여 테이블" id="{18180266-CA63-403A-8224-0ADFAF39E8D2}">
          <p14:sldIdLst>
            <p14:sldId id="265"/>
          </p14:sldIdLst>
        </p14:section>
        <p14:section name="희망 단말기 요청 테이블" id="{E95AD6E8-0375-4346-B5DB-1E11459F22B5}">
          <p14:sldIdLst>
            <p14:sldId id="266"/>
          </p14:sldIdLst>
        </p14:section>
        <p14:section name="후기" id="{9954F2D9-33AD-4E0D-A111-FCD332512067}">
          <p14:sldIdLst>
            <p14:sldId id="267"/>
          </p14:sldIdLst>
        </p14:section>
        <p14:section name="공지사항" id="{938052AC-3C60-426F-8C88-69C11C90400B}">
          <p14:sldIdLst>
            <p14:sldId id="268"/>
          </p14:sldIdLst>
        </p14:section>
        <p14:section name="QnA" id="{17E1326D-07CB-4226-A766-8B413BF528ED}">
          <p14:sldIdLst>
            <p14:sldId id="269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81152" autoAdjust="0"/>
  </p:normalViewPr>
  <p:slideViewPr>
    <p:cSldViewPr snapToGrid="0">
      <p:cViewPr varScale="1">
        <p:scale>
          <a:sx n="83" d="100"/>
          <a:sy n="83" d="100"/>
        </p:scale>
        <p:origin x="9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16C266-FE66-4646-9947-50AE4558E224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265B5-C822-4236-AB05-46018D6D19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9132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A265B5-C822-4236-AB05-46018D6D195E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1689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F711E-910C-BF66-6B25-290A50434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BEFA8FF-EF96-670D-945E-52E7F8F78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9831C-806F-8302-9A01-2E43EBE06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13CEB9-97B5-4C5E-A2D8-7DB404655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299B58-526F-2727-6ABA-C7B4B4C7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875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96AF12-B085-DC30-053A-7D502CB85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F038CA-54CE-AF9F-23BB-1D96BB693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ABEB44-0B3F-0A1B-ABA5-9D7DB08C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99B099-7AAF-EFF1-F5F8-B76CB1093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AE372F-84DB-AB5F-89A5-571B66E5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48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17429-F840-E26F-24C5-F6D0C9199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686B76-3877-DB45-B8FE-5D6EF8769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011B47-E4D7-36F3-4B5C-FF6A5620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DCAA94-43F6-7434-4014-4AB4ADF98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82DD-5EDA-AFCC-7DF2-B4CE3883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12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626D67-2AD6-8EA5-DB7F-C1B112CB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DE88F-F670-6E7B-F04B-5DAAE75B2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109A95-2949-7823-A831-F207C654E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326C13-BB28-0DA0-EC20-BE5B303D3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C15129E-B914-4DE6-7954-8A12428C2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1DC2BEC-8915-92D1-FCF5-60BCAB351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30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903-6F4A-532D-5C65-43C650514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85B812-76B4-9678-6947-BD2A6DA11E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53B004-61D3-1F6A-CBCD-6E647835B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BE7347-318D-4212-FDB0-5D184CD693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FF0076A-37BB-846D-539E-57337E441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38D648A-C45E-C101-775F-789DDACC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60C0AE-0F44-FB4A-0FE8-DE7E1CFE3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6AD92BD-D9DD-5921-3FC3-CAD7C061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598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485CF-AC98-9C3C-EE02-F695A8B4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5D71A7-9003-8128-BA1C-8748C980B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1CA957-8C1B-CBAC-08F1-8F57A7D80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5B2DA6-D1AD-395E-458D-36B82A309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656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CE0733F-BACE-35F3-D8BE-5FF1B8F0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5A76FC0-02AC-11F2-8628-5C800FEC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F13C2-C249-7F19-6314-E3B0B4D87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9988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D73E01-EF11-C1DF-BAF3-2D7EDC56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EF176-9266-A756-6739-B95C0891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BCDA4B-813F-EA8D-557C-A16DA72C0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942140-15C0-4784-3FC2-70F33146B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E9A94B-ABCB-0585-A649-7F449084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57ECA0-0BDF-FE9D-1080-7F980FA22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767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A3F8E4-FB9A-66B7-9281-E6D2176AD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4122CCD-DBEA-0652-542B-C4990A9670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6D5E2E-2276-0D83-9BE7-D32C6E432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145984-38EA-0E6A-0AFF-8887C2776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5D5345-17BF-BB7A-70F6-5C282B036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C3AE07-D728-735A-0CC9-0E04D5067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886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FF00E5-BEFD-5CD5-35BE-024DFC391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D82D9C-8254-9330-51C5-3B9F912A8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647984-3656-C22D-AEE3-FFB5E86FA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B366E1-000B-90CE-A0F3-05986AA7D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E206FF-25CA-70D6-D37F-C3F83C0F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8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489B32C-AA65-FA9F-A3F6-85AC0D4FB9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1904D6-77DC-D8BC-4720-B90EA1119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36FFFA-F80B-3231-399F-01DA2C890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7E822A-A016-050E-E64E-886F1DC3D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6B5FC6-E99C-998E-55A7-D58A5E62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94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7286CAD-65EC-F629-0126-A520A763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B57AB3-4EC1-D54C-AABD-583425649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706F88-F65B-E817-493B-81C0AACE42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181D0E-7B48-4566-A15F-1777BA2E8E43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4B32E-E2AC-98A3-8D1A-13C1877C5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4D255-67D3-D38F-09D6-30E7A7718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734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8206B52-22B7-E7E8-23A4-4B761350E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/>
              <a:t>게임기 대여 서비스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2454F3B-3C32-C597-09C8-6C37DC646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467" y="1524000"/>
            <a:ext cx="11243733" cy="4652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altLang="ko-KR" dirty="0"/>
              <a:t>“</a:t>
            </a:r>
            <a:r>
              <a:rPr lang="ko-KR" altLang="en-US" dirty="0"/>
              <a:t>누구나 게임을 쉽게 즐기고</a:t>
            </a:r>
            <a:r>
              <a:rPr lang="en-US" altLang="ko-KR" dirty="0"/>
              <a:t>, </a:t>
            </a:r>
            <a:r>
              <a:rPr lang="ko-KR" altLang="en-US" dirty="0"/>
              <a:t>다양하게 체험하고 그 경험을 공유하며</a:t>
            </a:r>
            <a:r>
              <a:rPr lang="en-US" altLang="ko-KR" dirty="0"/>
              <a:t>, </a:t>
            </a:r>
            <a:r>
              <a:rPr lang="ko-KR" altLang="en-US" dirty="0"/>
              <a:t>신뢰 속에서 즐길 수 있는 게임 단말기</a:t>
            </a:r>
            <a:r>
              <a:rPr lang="en-US" altLang="ko-KR" dirty="0"/>
              <a:t>, </a:t>
            </a:r>
            <a:r>
              <a:rPr lang="ko-KR" altLang="en-US" dirty="0"/>
              <a:t>게임 타이틀 대여 플랫폼</a:t>
            </a:r>
            <a:r>
              <a:rPr lang="en-US" altLang="ko-KR" dirty="0"/>
              <a:t>”</a:t>
            </a:r>
          </a:p>
          <a:p>
            <a:pPr marL="0" indent="0" algn="ctr">
              <a:buNone/>
            </a:pPr>
            <a:endParaRPr lang="en-US" altLang="ko-KR" dirty="0"/>
          </a:p>
          <a:p>
            <a:pPr fontAlgn="base"/>
            <a:r>
              <a:rPr lang="ko-KR" altLang="en-US" dirty="0"/>
              <a:t>고가 콘솔 기기의 접근성 개선</a:t>
            </a:r>
            <a:endParaRPr lang="en-US" altLang="ko-KR" dirty="0"/>
          </a:p>
          <a:p>
            <a:pPr lvl="1" fontAlgn="base">
              <a:buFont typeface="Wingdings" panose="05000000000000000000" pitchFamily="2" charset="2"/>
              <a:buChar char="ü"/>
            </a:pPr>
            <a:r>
              <a:rPr lang="ko-KR" altLang="en-US" dirty="0"/>
              <a:t>누구나 부담 없이 최신 게임기를 경험할 수 있는 ‘합리적 대여 서비스’ 제공</a:t>
            </a:r>
          </a:p>
          <a:p>
            <a:pPr fontAlgn="base"/>
            <a:r>
              <a:rPr lang="ko-KR" altLang="en-US" dirty="0"/>
              <a:t>다양한 게임 문화의 확산</a:t>
            </a:r>
            <a:endParaRPr lang="en-US" altLang="ko-KR" dirty="0"/>
          </a:p>
          <a:p>
            <a:pPr lvl="1" fontAlgn="base">
              <a:buFont typeface="Wingdings" panose="05000000000000000000" pitchFamily="2" charset="2"/>
              <a:buChar char="ü"/>
            </a:pPr>
            <a:r>
              <a:rPr lang="ko-KR" altLang="en-US" dirty="0"/>
              <a:t>플랫폼에 구애 받지 않고 여러 콘솔을 체험하며</a:t>
            </a:r>
            <a:r>
              <a:rPr lang="en-US" altLang="ko-KR" dirty="0"/>
              <a:t>, </a:t>
            </a:r>
            <a:r>
              <a:rPr lang="ko-KR" altLang="en-US" dirty="0"/>
              <a:t>세대와 취향을 아우르는 게임 문화 형성</a:t>
            </a:r>
          </a:p>
          <a:p>
            <a:pPr fontAlgn="base"/>
            <a:r>
              <a:rPr lang="ko-KR" altLang="en-US" dirty="0"/>
              <a:t>신뢰와 편의를 기반으로 한 대여 경험 제공</a:t>
            </a:r>
            <a:endParaRPr lang="en-US" altLang="ko-KR" dirty="0"/>
          </a:p>
          <a:p>
            <a:pPr lvl="1" fontAlgn="base">
              <a:buFont typeface="Wingdings" panose="05000000000000000000" pitchFamily="2" charset="2"/>
              <a:buChar char="ü"/>
            </a:pPr>
            <a:r>
              <a:rPr lang="ko-KR" altLang="en-US" dirty="0"/>
              <a:t>안전한 거래</a:t>
            </a:r>
            <a:r>
              <a:rPr lang="en-US" altLang="ko-KR" dirty="0"/>
              <a:t>, </a:t>
            </a:r>
            <a:r>
              <a:rPr lang="ko-KR" altLang="en-US" dirty="0"/>
              <a:t>간편한 이용</a:t>
            </a:r>
            <a:r>
              <a:rPr lang="en-US" altLang="ko-KR" dirty="0"/>
              <a:t>, </a:t>
            </a:r>
            <a:r>
              <a:rPr lang="ko-KR" altLang="en-US" dirty="0"/>
              <a:t>스마트한 관리 시스템으로 사용자 만족도 향상</a:t>
            </a:r>
            <a:r>
              <a:rPr lang="en-US" altLang="ko-KR" dirty="0"/>
              <a:t>	</a:t>
            </a:r>
            <a:endParaRPr lang="ko-KR" altLang="en-US" dirty="0"/>
          </a:p>
          <a:p>
            <a:pPr algn="ctr"/>
            <a:endParaRPr lang="ko-KR" altLang="en-US" dirty="0"/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7443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A955-855E-459A-5ECD-B25E28891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7E96AD79-D0A8-175A-0AA1-F5D3548E29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071441"/>
              </p:ext>
            </p:extLst>
          </p:nvPr>
        </p:nvGraphicFramePr>
        <p:xfrm>
          <a:off x="838202" y="206057"/>
          <a:ext cx="10515596" cy="64458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1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관리자 테이블</a:t>
                      </a:r>
                      <a:r>
                        <a:rPr lang="en-US" altLang="ko-KR" sz="1600" b="1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600" b="1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tbl_staff</a:t>
                      </a:r>
                      <a:r>
                        <a:rPr lang="en-US" altLang="ko-KR" sz="1600" b="1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  <a:endParaRPr lang="en-US" altLang="ko-KR" sz="1600" b="1" i="0" u="none" strike="noStrike" dirty="0">
                        <a:solidFill>
                          <a:schemeClr val="bg1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직원번호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최고 관리자 부여</a:t>
                      </a:r>
                      <a:b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u="none" strike="noStrike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u="none" strike="noStrike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개인 수정 불가</a:t>
                      </a:r>
                      <a:r>
                        <a:rPr lang="en-US" altLang="ko-KR" sz="1100" b="0" u="none" strike="noStrike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staff_pwd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char(60)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비밀번호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최고 관리자 부여</a:t>
                      </a:r>
                      <a:b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u="none" strike="noStrike">
                          <a:solidFill>
                            <a:srgbClr val="0070C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u="none" strike="noStrike">
                          <a:solidFill>
                            <a:srgbClr val="0070C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이후 개인 수정 가능</a:t>
                      </a:r>
                      <a:r>
                        <a:rPr lang="en-US" altLang="ko-KR" sz="1100" b="0" u="none" strike="noStrike">
                          <a:solidFill>
                            <a:srgbClr val="0070C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staff_name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staff_gender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char(1)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성별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m, w, n)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staff_birth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생년월일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staff_part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부서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최고 관리자 부여</a:t>
                      </a:r>
                      <a:b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u="none" strike="noStrike" dirty="0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u="none" strike="noStrike" dirty="0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개인 수정 불가</a:t>
                      </a:r>
                      <a:r>
                        <a:rPr lang="en-US" altLang="ko-KR" sz="1100" b="0" u="none" strike="noStrike" dirty="0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staff_position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직급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최고 관리자 권한 부여</a:t>
                      </a:r>
                      <a:b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u="none" strike="noStrike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u="none" strike="noStrike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개인 수정 불가</a:t>
                      </a:r>
                      <a:r>
                        <a:rPr lang="en-US" altLang="ko-KR" sz="1100" b="0" u="none" strike="noStrike">
                          <a:solidFill>
                            <a:srgbClr val="FF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staff_phone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char(13)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전화번호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staff_mail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메일 주소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중복 불가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staff_state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상태</a:t>
                      </a:r>
                      <a:b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미승인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, 1: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재직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, 2: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휴직 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3:</a:t>
                      </a: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퇴직</a:t>
                      </a:r>
                      <a:r>
                        <a:rPr lang="en-US" altLang="ko-KR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staff_regdate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등록일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staff_moddate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수정일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 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 unique (</a:t>
                      </a:r>
                      <a:r>
                        <a:rPr lang="en-US" sz="1100" b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 comment '</a:t>
                      </a: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관리자 테이블</a:t>
                      </a:r>
                      <a:r>
                        <a:rPr lang="en-US" altLang="ko-KR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';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7237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EB3C5CB0-A13D-61B5-A992-647B47A918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8305085"/>
              </p:ext>
            </p:extLst>
          </p:nvPr>
        </p:nvGraphicFramePr>
        <p:xfrm>
          <a:off x="441325" y="91440"/>
          <a:ext cx="11309350" cy="667512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 단말기 테이블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6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tbl_console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유형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con_maker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게임 단말기 제조사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con_serial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일련 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con_price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가격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con_discount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할인율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재고량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con_thumbnail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사진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con_content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text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상세 설명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대여가능여부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대여중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입고대기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con_regdate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con_moddate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con_view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열람 수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판매량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8502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6DA4A-49C3-D886-52BC-B48C8C1E1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2928B2D4-D225-8753-592F-DB4373CBF2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88196"/>
              </p:ext>
            </p:extLst>
          </p:nvPr>
        </p:nvGraphicFramePr>
        <p:xfrm>
          <a:off x="441325" y="91440"/>
          <a:ext cx="11309350" cy="667512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 타이틀 테이블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6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tbl_game_title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고유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유형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gt_maker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제조사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gt_serial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일련번호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gt_price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가격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gt_discount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할인율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gt_stock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재고량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gt_thumbnail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사진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gt_content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text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상세 설명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가능 여부</a:t>
                      </a:r>
                      <a:b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대여중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입고대기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gt_regdate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gt_moddate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gt_view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열람수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gt_sell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타이틀 판매량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8986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FBDDB-AFDA-5DF1-968C-0C10C96F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866179CE-E024-7C22-D340-A0F67A9804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2041148"/>
              </p:ext>
            </p:extLst>
          </p:nvPr>
        </p:nvGraphicFramePr>
        <p:xfrm>
          <a:off x="441325" y="91440"/>
          <a:ext cx="11309350" cy="659222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94697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회원 테이블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6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tbl_member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26408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고유 번호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이메일 아이디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중복불가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mb_pwd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비밀번호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mb_gender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char(1)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성별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(m, w, n)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mb_birth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생년월일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mb_nickname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닉네임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중복불가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mb_phone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char(13)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전화번호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mb_zipcode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char(5)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우편번호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검색하기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mb_addr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주소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mb_agree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약관 동의 여부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mb_grade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등급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mb_buy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누적 구매량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mb_state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회원여부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상태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b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, 1: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휴면회원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, 2: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탈퇴회원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mb_regdate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mb_moddate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5540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244F0-F326-BAC3-0C9F-FE56D107C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1FFEF7A5-5ADB-CAD5-544C-82343A0A92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9105797"/>
              </p:ext>
            </p:extLst>
          </p:nvPr>
        </p:nvGraphicFramePr>
        <p:xfrm>
          <a:off x="1497012" y="2131060"/>
          <a:ext cx="9197976" cy="25958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340469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324091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494403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우편번호 테이블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6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tbl_address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zipcode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char(5)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우편번호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area1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char(15)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시도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area2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시군구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area3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char(40)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동리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area4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번지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509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6DA69-F273-240D-E05C-35A66365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F7C847D-637C-EF41-0AE6-B593A40D56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8122063"/>
              </p:ext>
            </p:extLst>
          </p:nvPr>
        </p:nvGraphicFramePr>
        <p:xfrm>
          <a:off x="355699" y="322934"/>
          <a:ext cx="11480602" cy="598941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34354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34354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34354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34354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34354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34354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81435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9304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256262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게임기 대여 테이블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6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tbl_rental</a:t>
                      </a:r>
                      <a:r>
                        <a:rPr lang="en-US" altLang="ko-KR" sz="16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2043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주문 고유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gds_no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상품 고유 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mb_id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주문한 회원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수령자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회원 정보와 동일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버튼 만들기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rt_phone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char(13)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수령자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 전화번호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rt_zipcode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char(5)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수령지 우편번호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rt_addr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수령지 주소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rt_quantity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상품별 구매 수량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rt_rentdays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대여기간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최소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3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rt_amount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주문 총액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rt_payment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주문 결제 방식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(1: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현금입금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카드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3: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카카오페이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rt_invoice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송장번호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rt_delivery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배송비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일반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3000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원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무료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특수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5000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주문 상태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pending 1:shipped 2:cancelled 3:reject)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rt_startdate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시작일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rt_enddate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종료일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rt_expdate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반납일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관리자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3552097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rt_regdate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주문 발생 날짜 및 시간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850873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rt_moddate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640827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0535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F154E-8273-4823-57EB-6BC4DE653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ADE1B83-E824-A895-919C-2A4BB1B3EF8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41325" y="91440"/>
          <a:ext cx="11309350" cy="667512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 단말기 테이블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1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tbl_console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유형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con_maker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게임 단말기 제조사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con_serial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일련 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con_price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가격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con_discount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할인율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재고량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con_thumbnail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사진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con_content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text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상세 설명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대여가능여부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대여중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입고대기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con_regdate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con_moddate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con_view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열람 수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판매량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4774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A000-98E6-BF15-91A9-4AAC0E07C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089F6C41-0E7E-E121-FD15-5F8CE0D2508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41325" y="91440"/>
          <a:ext cx="11309350" cy="667512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 단말기 테이블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1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tbl_console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유형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con_maker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게임 단말기 제조사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con_serial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일련 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con_price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가격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con_discount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할인율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재고량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con_thumbnail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사진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con_content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text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상세 설명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대여가능여부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대여중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입고대기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con_regdate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con_moddate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con_view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열람 수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판매량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3979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29C57-161F-8E9A-089D-754B9175E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2830C48F-AAF6-E642-B9B1-EB271A76EBE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41325" y="91440"/>
          <a:ext cx="11309350" cy="667512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 단말기 테이블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1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tbl_console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유형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con_maker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게임 단말기 제조사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con_serial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일련 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con_price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가격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con_discount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할인율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재고량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con_thumbnail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사진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con_content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text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상세 설명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대여가능여부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대여중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입고대기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con_regdate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con_moddate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con_view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열람 수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판매량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114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0183B-06B9-D212-0AD1-E02B08FDA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1E522DD6-3834-DBDF-8183-BD4E785639D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41325" y="91440"/>
          <a:ext cx="11309350" cy="667512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314450">
                  <a:extLst>
                    <a:ext uri="{9D8B030D-6E8A-4147-A177-3AD203B41FA5}">
                      <a16:colId xmlns:a16="http://schemas.microsoft.com/office/drawing/2014/main" val="51532502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6192054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4233548849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743749378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5255199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2106080600"/>
                    </a:ext>
                  </a:extLst>
                </a:gridCol>
                <a:gridCol w="2641437">
                  <a:extLst>
                    <a:ext uri="{9D8B030D-6E8A-4147-A177-3AD203B41FA5}">
                      <a16:colId xmlns:a16="http://schemas.microsoft.com/office/drawing/2014/main" val="2775083956"/>
                    </a:ext>
                  </a:extLst>
                </a:gridCol>
                <a:gridCol w="781213">
                  <a:extLst>
                    <a:ext uri="{9D8B030D-6E8A-4147-A177-3AD203B41FA5}">
                      <a16:colId xmlns:a16="http://schemas.microsoft.com/office/drawing/2014/main" val="1100624984"/>
                    </a:ext>
                  </a:extLst>
                </a:gridCol>
              </a:tblGrid>
              <a:tr h="370840">
                <a:tc grid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게임 단말기 테이블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(</a:t>
                      </a:r>
                      <a:r>
                        <a:rPr lang="en-US" altLang="ko-KR" sz="1100" b="0" u="none" strike="noStrike" dirty="0" err="1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tbl_console</a:t>
                      </a:r>
                      <a:r>
                        <a:rPr lang="en-US" altLang="ko-KR" sz="1100" b="0" u="none" strike="noStrike" dirty="0">
                          <a:solidFill>
                            <a:schemeClr val="bg1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4432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Column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Data Type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Default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PK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FK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NN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Comment</a:t>
                      </a:r>
                      <a:endParaRPr 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1" u="none" strike="noStrike" dirty="0">
                          <a:solidFill>
                            <a:srgbClr val="FFFFFF"/>
                          </a:solidFill>
                          <a:effectLst/>
                          <a:latin typeface="페이퍼로지 6 SemiBold" pitchFamily="2" charset="-127"/>
                          <a:ea typeface="페이퍼로지 6 SemiBold" pitchFamily="2" charset="-127"/>
                        </a:rPr>
                        <a:t>비고</a:t>
                      </a:r>
                      <a:endParaRPr lang="ko-KR" altLang="en-US" sz="1100" b="1" i="0" u="none" strike="noStrike" dirty="0">
                        <a:solidFill>
                          <a:srgbClr val="FFFFFF"/>
                        </a:solidFill>
                        <a:effectLst/>
                        <a:latin typeface="페이퍼로지 6 SemiBold" pitchFamily="2" charset="-127"/>
                        <a:ea typeface="페이퍼로지 6 SemiBold" pitchFamily="2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080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번호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자동증가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1522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staff_id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직원 아이디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6394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varchar(20)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유형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89443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con_maker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 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게임 단말기 제조사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23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con_name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varchar(50)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이름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63332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con_serial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varchar(30)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일련 번호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30914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con_price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 가격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063774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con_discount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할인율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30840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con_stock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재고량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331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con_thumbnail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varchar(100)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사진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5209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con_content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text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상세 설명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28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con_status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tinyint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대여가능여부</a:t>
                      </a:r>
                      <a:b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(0: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대여가능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1: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대여중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2: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입고대기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64195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con_regdate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등록일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0580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con_moddate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　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수정일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97879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con_view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열람 수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358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con_sell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</a:rPr>
                        <a:t>게임 단말기 판매량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09162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895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E30AFA-B5B0-3491-39EF-72C970227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F383202-6058-DB23-D848-E355185549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</p:spPr>
      </p:pic>
    </p:spTree>
    <p:extLst>
      <p:ext uri="{BB962C8B-B14F-4D97-AF65-F5344CB8AC3E}">
        <p14:creationId xmlns:p14="http://schemas.microsoft.com/office/powerpoint/2010/main" val="33770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2075</Words>
  <Application>Microsoft Office PowerPoint</Application>
  <PresentationFormat>와이드스크린</PresentationFormat>
  <Paragraphs>965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맑은 고딕</vt:lpstr>
      <vt:lpstr>페이퍼로지 4 Regular</vt:lpstr>
      <vt:lpstr>페이퍼로지 6 SemiBold</vt:lpstr>
      <vt:lpstr>Arial</vt:lpstr>
      <vt:lpstr>Wingdings</vt:lpstr>
      <vt:lpstr>Office 테마</vt:lpstr>
      <vt:lpstr>게임기 대여 서비스 개요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pc07-00</dc:creator>
  <cp:lastModifiedBy>pc07-00</cp:lastModifiedBy>
  <cp:revision>24</cp:revision>
  <dcterms:created xsi:type="dcterms:W3CDTF">2025-11-11T01:53:57Z</dcterms:created>
  <dcterms:modified xsi:type="dcterms:W3CDTF">2025-11-19T09:02:11Z</dcterms:modified>
</cp:coreProperties>
</file>